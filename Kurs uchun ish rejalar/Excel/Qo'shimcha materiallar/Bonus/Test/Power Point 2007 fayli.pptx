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57" r:id="rId3"/>
    <p:sldId id="280" r:id="rId4"/>
    <p:sldId id="281" r:id="rId5"/>
    <p:sldId id="279" r:id="rId6"/>
    <p:sldId id="278" r:id="rId7"/>
    <p:sldId id="262" r:id="rId8"/>
    <p:sldId id="258" r:id="rId9"/>
    <p:sldId id="263" r:id="rId10"/>
    <p:sldId id="264" r:id="rId11"/>
    <p:sldId id="271" r:id="rId12"/>
    <p:sldId id="265" r:id="rId13"/>
    <p:sldId id="272" r:id="rId14"/>
    <p:sldId id="266" r:id="rId15"/>
    <p:sldId id="273" r:id="rId16"/>
    <p:sldId id="270" r:id="rId17"/>
    <p:sldId id="274" r:id="rId18"/>
    <p:sldId id="267" r:id="rId19"/>
    <p:sldId id="275" r:id="rId20"/>
    <p:sldId id="269" r:id="rId21"/>
    <p:sldId id="268" r:id="rId22"/>
    <p:sldId id="277" r:id="rId23"/>
  </p:sldIdLst>
  <p:sldSz cx="9144000" cy="5143500" type="screen16x9"/>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1785" autoAdjust="0"/>
    <p:restoredTop sz="94607" autoAdjust="0"/>
  </p:normalViewPr>
  <p:slideViewPr>
    <p:cSldViewPr>
      <p:cViewPr>
        <p:scale>
          <a:sx n="50" d="100"/>
          <a:sy n="50" d="100"/>
        </p:scale>
        <p:origin x="-60" y="-690"/>
      </p:cViewPr>
      <p:guideLst>
        <p:guide orient="horz" pos="162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97D01B4-54D3-4F65-9747-82B0783E079C}" type="datetimeFigureOut">
              <a:rPr lang="ru-RU" smtClean="0"/>
              <a:pPr/>
              <a:t>13.04.2015</a:t>
            </a:fld>
            <a:endParaRPr lang="ru-RU"/>
          </a:p>
        </p:txBody>
      </p:sp>
      <p:sp>
        <p:nvSpPr>
          <p:cNvPr id="4" name="Образ слайда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EA969F4-763A-4B88-9EE8-C9227928E7ED}" type="slidenum">
              <a:rPr lang="ru-RU" smtClean="0"/>
              <a:pPr/>
              <a:t>‹#›</a:t>
            </a:fld>
            <a:endParaRPr lang="ru-R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bg>
      <p:bgRef idx="1001">
        <a:schemeClr val="bg2"/>
      </p:bgRef>
    </p:bg>
    <p:spTree>
      <p:nvGrpSpPr>
        <p:cNvPr id="1" name=""/>
        <p:cNvGrpSpPr/>
        <p:nvPr/>
      </p:nvGrpSpPr>
      <p:grpSpPr>
        <a:xfrm>
          <a:off x="0" y="0"/>
          <a:ext cx="0" cy="0"/>
          <a:chOff x="0" y="0"/>
          <a:chExt cx="0" cy="0"/>
        </a:xfrm>
      </p:grpSpPr>
      <p:sp>
        <p:nvSpPr>
          <p:cNvPr id="7" name="Прямоугольник 6"/>
          <p:cNvSpPr/>
          <p:nvPr/>
        </p:nvSpPr>
        <p:spPr bwMode="white">
          <a:xfrm>
            <a:off x="0" y="4478274"/>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Прямоугольник 9"/>
          <p:cNvSpPr/>
          <p:nvPr/>
        </p:nvSpPr>
        <p:spPr>
          <a:xfrm>
            <a:off x="-9144" y="4539996"/>
            <a:ext cx="2249424"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Прямоугольник 10"/>
          <p:cNvSpPr/>
          <p:nvPr/>
        </p:nvSpPr>
        <p:spPr>
          <a:xfrm>
            <a:off x="2359152" y="4533138"/>
            <a:ext cx="6784848"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Заголовок 7"/>
          <p:cNvSpPr>
            <a:spLocks noGrp="1"/>
          </p:cNvSpPr>
          <p:nvPr>
            <p:ph type="ctrTitle"/>
          </p:nvPr>
        </p:nvSpPr>
        <p:spPr>
          <a:xfrm>
            <a:off x="2362200" y="3028950"/>
            <a:ext cx="6477000" cy="1371600"/>
          </a:xfrm>
        </p:spPr>
        <p:txBody>
          <a:bodyPr anchor="b"/>
          <a:lstStyle>
            <a:lvl1pPr>
              <a:defRPr cap="all" baseline="0"/>
            </a:lvl1pPr>
          </a:lstStyle>
          <a:p>
            <a:r>
              <a:rPr kumimoji="0" lang="ru-RU" smtClean="0"/>
              <a:t>Образец заголовка</a:t>
            </a:r>
            <a:endParaRPr kumimoji="0" lang="en-US"/>
          </a:p>
        </p:txBody>
      </p:sp>
      <p:sp>
        <p:nvSpPr>
          <p:cNvPr id="9" name="Подзаголовок 8"/>
          <p:cNvSpPr>
            <a:spLocks noGrp="1"/>
          </p:cNvSpPr>
          <p:nvPr>
            <p:ph type="subTitle" idx="1"/>
          </p:nvPr>
        </p:nvSpPr>
        <p:spPr>
          <a:xfrm>
            <a:off x="2362200" y="4537528"/>
            <a:ext cx="6705600" cy="51435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ru-RU" smtClean="0"/>
              <a:t>Образец подзаголовка</a:t>
            </a:r>
            <a:endParaRPr kumimoji="0" lang="en-US"/>
          </a:p>
        </p:txBody>
      </p:sp>
      <p:sp>
        <p:nvSpPr>
          <p:cNvPr id="28" name="Дата 27"/>
          <p:cNvSpPr>
            <a:spLocks noGrp="1"/>
          </p:cNvSpPr>
          <p:nvPr>
            <p:ph type="dt" sz="half" idx="10"/>
          </p:nvPr>
        </p:nvSpPr>
        <p:spPr>
          <a:xfrm>
            <a:off x="76200" y="4551524"/>
            <a:ext cx="2057400" cy="514350"/>
          </a:xfrm>
        </p:spPr>
        <p:txBody>
          <a:bodyPr>
            <a:noAutofit/>
          </a:bodyPr>
          <a:lstStyle>
            <a:lvl1pPr algn="ctr">
              <a:defRPr sz="2000">
                <a:solidFill>
                  <a:srgbClr val="FFFFFF"/>
                </a:solidFill>
              </a:defRPr>
            </a:lvl1pPr>
          </a:lstStyle>
          <a:p>
            <a:fld id="{5B106E36-FD25-4E2D-B0AA-010F637433A0}" type="datetimeFigureOut">
              <a:rPr lang="ru-RU" smtClean="0"/>
              <a:pPr/>
              <a:t>13.04.2015</a:t>
            </a:fld>
            <a:endParaRPr lang="ru-RU"/>
          </a:p>
        </p:txBody>
      </p:sp>
      <p:sp>
        <p:nvSpPr>
          <p:cNvPr id="17" name="Нижний колонтитул 16"/>
          <p:cNvSpPr>
            <a:spLocks noGrp="1"/>
          </p:cNvSpPr>
          <p:nvPr>
            <p:ph type="ftr" sz="quarter" idx="11"/>
          </p:nvPr>
        </p:nvSpPr>
        <p:spPr>
          <a:xfrm>
            <a:off x="2085393" y="177404"/>
            <a:ext cx="5867400" cy="273844"/>
          </a:xfrm>
        </p:spPr>
        <p:txBody>
          <a:bodyPr/>
          <a:lstStyle>
            <a:lvl1pPr algn="r">
              <a:defRPr>
                <a:solidFill>
                  <a:schemeClr val="tx2"/>
                </a:solidFill>
              </a:defRPr>
            </a:lvl1pPr>
          </a:lstStyle>
          <a:p>
            <a:endParaRPr lang="ru-RU"/>
          </a:p>
        </p:txBody>
      </p:sp>
      <p:sp>
        <p:nvSpPr>
          <p:cNvPr id="29" name="Номер слайда 28"/>
          <p:cNvSpPr>
            <a:spLocks noGrp="1"/>
          </p:cNvSpPr>
          <p:nvPr>
            <p:ph type="sldNum" sz="quarter" idx="12"/>
          </p:nvPr>
        </p:nvSpPr>
        <p:spPr>
          <a:xfrm>
            <a:off x="8001000" y="171450"/>
            <a:ext cx="838200" cy="285750"/>
          </a:xfrm>
        </p:spPr>
        <p:txBody>
          <a:bodyPr/>
          <a:lstStyle>
            <a:lvl1pPr>
              <a:defRPr>
                <a:solidFill>
                  <a:schemeClr val="tx2"/>
                </a:solidFill>
              </a:defRPr>
            </a:lvl1pPr>
          </a:lstStyle>
          <a:p>
            <a:fld id="{725C68B6-61C2-468F-89AB-4B9F7531AA68}" type="slidenum">
              <a:rPr lang="ru-RU" smtClean="0"/>
              <a:pPr/>
              <a:t>‹#›</a:t>
            </a:fld>
            <a:endParaRPr lang="ru-RU"/>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12648" y="171450"/>
            <a:ext cx="8153400" cy="742950"/>
          </a:xfrm>
        </p:spPr>
        <p:txBody>
          <a:bodyPr/>
          <a:lstStyle/>
          <a:p>
            <a:r>
              <a:rPr kumimoji="0" lang="ru-RU" smtClean="0"/>
              <a:t>Образец заголовка</a:t>
            </a:r>
            <a:endParaRPr kumimoji="0" lang="en-US"/>
          </a:p>
        </p:txBody>
      </p:sp>
      <p:sp>
        <p:nvSpPr>
          <p:cNvPr id="4" name="Дата 3"/>
          <p:cNvSpPr>
            <a:spLocks noGrp="1"/>
          </p:cNvSpPr>
          <p:nvPr>
            <p:ph type="dt" sz="half" idx="10"/>
          </p:nvPr>
        </p:nvSpPr>
        <p:spPr/>
        <p:txBody>
          <a:bodyPr/>
          <a:lstStyle/>
          <a:p>
            <a:fld id="{5B106E36-FD25-4E2D-B0AA-010F637433A0}" type="datetimeFigureOut">
              <a:rPr lang="ru-RU" smtClean="0"/>
              <a:pPr/>
              <a:t>13.04.2015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lvl1pPr>
              <a:defRPr>
                <a:solidFill>
                  <a:srgbClr val="FFFFFF"/>
                </a:solidFill>
              </a:defRPr>
            </a:lvl1pPr>
          </a:lstStyle>
          <a:p>
            <a:fld id="{725C68B6-61C2-468F-89AB-4B9F7531AA68}" type="slidenum">
              <a:rPr lang="ru-RU" smtClean="0"/>
              <a:pPr/>
              <a:t>‹#›</a:t>
            </a:fld>
            <a:endParaRPr lang="ru-RU"/>
          </a:p>
        </p:txBody>
      </p:sp>
      <p:sp>
        <p:nvSpPr>
          <p:cNvPr id="8" name="Содержимое 7"/>
          <p:cNvSpPr>
            <a:spLocks noGrp="1"/>
          </p:cNvSpPr>
          <p:nvPr>
            <p:ph sz="quarter" idx="1"/>
          </p:nvPr>
        </p:nvSpPr>
        <p:spPr>
          <a:xfrm>
            <a:off x="612648" y="1200150"/>
            <a:ext cx="8153400" cy="3371850"/>
          </a:xfrm>
        </p:spPr>
        <p:txBody>
          <a:body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Ref idx="1003">
        <a:schemeClr val="bg1"/>
      </p:bgRef>
    </p:bg>
    <p:spTree>
      <p:nvGrpSpPr>
        <p:cNvPr id="1" name=""/>
        <p:cNvGrpSpPr/>
        <p:nvPr/>
      </p:nvGrpSpPr>
      <p:grpSpPr>
        <a:xfrm>
          <a:off x="0" y="0"/>
          <a:ext cx="0" cy="0"/>
          <a:chOff x="0" y="0"/>
          <a:chExt cx="0" cy="0"/>
        </a:xfrm>
      </p:grpSpPr>
      <p:sp>
        <p:nvSpPr>
          <p:cNvPr id="3" name="Текст 2"/>
          <p:cNvSpPr>
            <a:spLocks noGrp="1"/>
          </p:cNvSpPr>
          <p:nvPr>
            <p:ph type="body" idx="1"/>
          </p:nvPr>
        </p:nvSpPr>
        <p:spPr>
          <a:xfrm>
            <a:off x="1371601" y="2057400"/>
            <a:ext cx="7123113" cy="1254919"/>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ru-RU" smtClean="0"/>
              <a:t>Образец текста</a:t>
            </a:r>
          </a:p>
        </p:txBody>
      </p:sp>
      <p:sp>
        <p:nvSpPr>
          <p:cNvPr id="7" name="Прямоугольник 6"/>
          <p:cNvSpPr/>
          <p:nvPr/>
        </p:nvSpPr>
        <p:spPr bwMode="white">
          <a:xfrm>
            <a:off x="0" y="1143000"/>
            <a:ext cx="9144000" cy="85725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Прямоугольник 7"/>
          <p:cNvSpPr/>
          <p:nvPr/>
        </p:nvSpPr>
        <p:spPr>
          <a:xfrm>
            <a:off x="0" y="1200150"/>
            <a:ext cx="1295400" cy="7429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Прямоугольник 8"/>
          <p:cNvSpPr/>
          <p:nvPr/>
        </p:nvSpPr>
        <p:spPr>
          <a:xfrm>
            <a:off x="1371600" y="1200150"/>
            <a:ext cx="7772400" cy="7429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Заголовок 1"/>
          <p:cNvSpPr>
            <a:spLocks noGrp="1"/>
          </p:cNvSpPr>
          <p:nvPr>
            <p:ph type="title"/>
          </p:nvPr>
        </p:nvSpPr>
        <p:spPr>
          <a:xfrm>
            <a:off x="1371600" y="1200150"/>
            <a:ext cx="7620000" cy="742950"/>
          </a:xfrm>
        </p:spPr>
        <p:txBody>
          <a:bodyPr/>
          <a:lstStyle>
            <a:lvl1pPr algn="l">
              <a:buNone/>
              <a:defRPr sz="4400" b="0" cap="none">
                <a:solidFill>
                  <a:srgbClr val="FFFFFF"/>
                </a:solidFill>
              </a:defRPr>
            </a:lvl1pPr>
          </a:lstStyle>
          <a:p>
            <a:r>
              <a:rPr kumimoji="0" lang="ru-RU" smtClean="0"/>
              <a:t>Образец заголовка</a:t>
            </a:r>
            <a:endParaRPr kumimoji="0" lang="en-US"/>
          </a:p>
        </p:txBody>
      </p:sp>
      <p:sp>
        <p:nvSpPr>
          <p:cNvPr id="12" name="Дата 11"/>
          <p:cNvSpPr>
            <a:spLocks noGrp="1"/>
          </p:cNvSpPr>
          <p:nvPr>
            <p:ph type="dt" sz="half" idx="10"/>
          </p:nvPr>
        </p:nvSpPr>
        <p:spPr/>
        <p:txBody>
          <a:bodyPr/>
          <a:lstStyle/>
          <a:p>
            <a:fld id="{5B106E36-FD25-4E2D-B0AA-010F637433A0}" type="datetimeFigureOut">
              <a:rPr lang="ru-RU" smtClean="0"/>
              <a:pPr/>
              <a:t>13.04.2015</a:t>
            </a:fld>
            <a:endParaRPr lang="ru-RU"/>
          </a:p>
        </p:txBody>
      </p:sp>
      <p:sp>
        <p:nvSpPr>
          <p:cNvPr id="13" name="Номер слайда 12"/>
          <p:cNvSpPr>
            <a:spLocks noGrp="1"/>
          </p:cNvSpPr>
          <p:nvPr>
            <p:ph type="sldNum" sz="quarter" idx="11"/>
          </p:nvPr>
        </p:nvSpPr>
        <p:spPr>
          <a:xfrm>
            <a:off x="0" y="1314450"/>
            <a:ext cx="1295400" cy="526257"/>
          </a:xfrm>
        </p:spPr>
        <p:txBody>
          <a:bodyPr>
            <a:noAutofit/>
          </a:bodyPr>
          <a:lstStyle>
            <a:lvl1pPr>
              <a:defRPr sz="2400">
                <a:solidFill>
                  <a:srgbClr val="FFFFFF"/>
                </a:solidFill>
              </a:defRPr>
            </a:lvl1pPr>
          </a:lstStyle>
          <a:p>
            <a:fld id="{725C68B6-61C2-468F-89AB-4B9F7531AA68}" type="slidenum">
              <a:rPr lang="ru-RU" smtClean="0"/>
              <a:pPr/>
              <a:t>‹#›</a:t>
            </a:fld>
            <a:endParaRPr lang="ru-RU"/>
          </a:p>
        </p:txBody>
      </p:sp>
      <p:sp>
        <p:nvSpPr>
          <p:cNvPr id="14" name="Нижний колонтитул 13"/>
          <p:cNvSpPr>
            <a:spLocks noGrp="1"/>
          </p:cNvSpPr>
          <p:nvPr>
            <p:ph type="ftr" sz="quarter" idx="12"/>
          </p:nvPr>
        </p:nvSpPr>
        <p:spPr/>
        <p:txBody>
          <a:bodyPr/>
          <a:lstStyle/>
          <a:p>
            <a:endParaRPr lang="ru-RU"/>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smtClean="0"/>
              <a:t>Образец заголовка</a:t>
            </a:r>
            <a:endParaRPr kumimoji="0" lang="en-US"/>
          </a:p>
        </p:txBody>
      </p:sp>
      <p:sp>
        <p:nvSpPr>
          <p:cNvPr id="9" name="Содержимое 8"/>
          <p:cNvSpPr>
            <a:spLocks noGrp="1"/>
          </p:cNvSpPr>
          <p:nvPr>
            <p:ph sz="quarter" idx="1"/>
          </p:nvPr>
        </p:nvSpPr>
        <p:spPr>
          <a:xfrm>
            <a:off x="609600" y="1192175"/>
            <a:ext cx="3886200" cy="3429000"/>
          </a:xfrm>
        </p:spPr>
        <p:txBody>
          <a:body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11" name="Содержимое 10"/>
          <p:cNvSpPr>
            <a:spLocks noGrp="1"/>
          </p:cNvSpPr>
          <p:nvPr>
            <p:ph sz="quarter" idx="2"/>
          </p:nvPr>
        </p:nvSpPr>
        <p:spPr>
          <a:xfrm>
            <a:off x="4844901" y="1192175"/>
            <a:ext cx="3886200" cy="3429000"/>
          </a:xfrm>
        </p:spPr>
        <p:txBody>
          <a:body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8" name="Дата 7"/>
          <p:cNvSpPr>
            <a:spLocks noGrp="1"/>
          </p:cNvSpPr>
          <p:nvPr>
            <p:ph type="dt" sz="half" idx="15"/>
          </p:nvPr>
        </p:nvSpPr>
        <p:spPr/>
        <p:txBody>
          <a:bodyPr rtlCol="0"/>
          <a:lstStyle/>
          <a:p>
            <a:fld id="{5B106E36-FD25-4E2D-B0AA-010F637433A0}" type="datetimeFigureOut">
              <a:rPr lang="ru-RU" smtClean="0"/>
              <a:pPr/>
              <a:t>13.04.2015</a:t>
            </a:fld>
            <a:endParaRPr lang="ru-RU"/>
          </a:p>
        </p:txBody>
      </p:sp>
      <p:sp>
        <p:nvSpPr>
          <p:cNvPr id="10" name="Номер слайда 9"/>
          <p:cNvSpPr>
            <a:spLocks noGrp="1"/>
          </p:cNvSpPr>
          <p:nvPr>
            <p:ph type="sldNum" sz="quarter" idx="16"/>
          </p:nvPr>
        </p:nvSpPr>
        <p:spPr/>
        <p:txBody>
          <a:bodyPr rtlCol="0"/>
          <a:lstStyle/>
          <a:p>
            <a:fld id="{725C68B6-61C2-468F-89AB-4B9F7531AA68}" type="slidenum">
              <a:rPr lang="ru-RU" smtClean="0"/>
              <a:pPr/>
              <a:t>‹#›</a:t>
            </a:fld>
            <a:endParaRPr lang="ru-RU"/>
          </a:p>
        </p:txBody>
      </p:sp>
      <p:sp>
        <p:nvSpPr>
          <p:cNvPr id="12" name="Нижний колонтитул 11"/>
          <p:cNvSpPr>
            <a:spLocks noGrp="1"/>
          </p:cNvSpPr>
          <p:nvPr>
            <p:ph type="ftr" sz="quarter" idx="17"/>
          </p:nvPr>
        </p:nvSpPr>
        <p:spPr/>
        <p:txBody>
          <a:bodyPr rtlCol="0"/>
          <a:lstStyle/>
          <a:p>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33400" y="204787"/>
            <a:ext cx="8153400" cy="652463"/>
          </a:xfrm>
        </p:spPr>
        <p:txBody>
          <a:bodyPr anchor="ctr"/>
          <a:lstStyle>
            <a:lvl1pPr>
              <a:defRPr/>
            </a:lvl1pPr>
          </a:lstStyle>
          <a:p>
            <a:r>
              <a:rPr kumimoji="0" lang="ru-RU" smtClean="0"/>
              <a:t>Образец заголовка</a:t>
            </a:r>
            <a:endParaRPr kumimoji="0" lang="en-US"/>
          </a:p>
        </p:txBody>
      </p:sp>
      <p:sp>
        <p:nvSpPr>
          <p:cNvPr id="11" name="Содержимое 10"/>
          <p:cNvSpPr>
            <a:spLocks noGrp="1"/>
          </p:cNvSpPr>
          <p:nvPr>
            <p:ph sz="quarter" idx="2"/>
          </p:nvPr>
        </p:nvSpPr>
        <p:spPr>
          <a:xfrm>
            <a:off x="609600" y="1828800"/>
            <a:ext cx="3886200" cy="2686050"/>
          </a:xfrm>
        </p:spPr>
        <p:txBody>
          <a:body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13" name="Содержимое 12"/>
          <p:cNvSpPr>
            <a:spLocks noGrp="1"/>
          </p:cNvSpPr>
          <p:nvPr>
            <p:ph sz="quarter" idx="4"/>
          </p:nvPr>
        </p:nvSpPr>
        <p:spPr>
          <a:xfrm>
            <a:off x="4800600" y="1828800"/>
            <a:ext cx="3886200" cy="2686050"/>
          </a:xfrm>
        </p:spPr>
        <p:txBody>
          <a:body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10" name="Дата 9"/>
          <p:cNvSpPr>
            <a:spLocks noGrp="1"/>
          </p:cNvSpPr>
          <p:nvPr>
            <p:ph type="dt" sz="half" idx="15"/>
          </p:nvPr>
        </p:nvSpPr>
        <p:spPr/>
        <p:txBody>
          <a:bodyPr rtlCol="0"/>
          <a:lstStyle/>
          <a:p>
            <a:fld id="{5B106E36-FD25-4E2D-B0AA-010F637433A0}" type="datetimeFigureOut">
              <a:rPr lang="ru-RU" smtClean="0"/>
              <a:pPr/>
              <a:t>13.04.2015</a:t>
            </a:fld>
            <a:endParaRPr lang="ru-RU"/>
          </a:p>
        </p:txBody>
      </p:sp>
      <p:sp>
        <p:nvSpPr>
          <p:cNvPr id="12" name="Номер слайда 11"/>
          <p:cNvSpPr>
            <a:spLocks noGrp="1"/>
          </p:cNvSpPr>
          <p:nvPr>
            <p:ph type="sldNum" sz="quarter" idx="16"/>
          </p:nvPr>
        </p:nvSpPr>
        <p:spPr/>
        <p:txBody>
          <a:bodyPr rtlCol="0"/>
          <a:lstStyle/>
          <a:p>
            <a:fld id="{725C68B6-61C2-468F-89AB-4B9F7531AA68}" type="slidenum">
              <a:rPr lang="ru-RU" smtClean="0"/>
              <a:pPr/>
              <a:t>‹#›</a:t>
            </a:fld>
            <a:endParaRPr lang="ru-RU"/>
          </a:p>
        </p:txBody>
      </p:sp>
      <p:sp>
        <p:nvSpPr>
          <p:cNvPr id="14" name="Нижний колонтитул 13"/>
          <p:cNvSpPr>
            <a:spLocks noGrp="1"/>
          </p:cNvSpPr>
          <p:nvPr>
            <p:ph type="ftr" sz="quarter" idx="17"/>
          </p:nvPr>
        </p:nvSpPr>
        <p:spPr/>
        <p:txBody>
          <a:bodyPr rtlCol="0"/>
          <a:lstStyle/>
          <a:p>
            <a:endParaRPr lang="ru-RU"/>
          </a:p>
        </p:txBody>
      </p:sp>
      <p:sp>
        <p:nvSpPr>
          <p:cNvPr id="16" name="Текст 15"/>
          <p:cNvSpPr>
            <a:spLocks noGrp="1"/>
          </p:cNvSpPr>
          <p:nvPr>
            <p:ph type="body" sz="quarter" idx="1"/>
          </p:nvPr>
        </p:nvSpPr>
        <p:spPr>
          <a:xfrm>
            <a:off x="609600" y="1314450"/>
            <a:ext cx="3886200" cy="48006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ru-RU" smtClean="0"/>
              <a:t>Образец текста</a:t>
            </a:r>
          </a:p>
        </p:txBody>
      </p:sp>
      <p:sp>
        <p:nvSpPr>
          <p:cNvPr id="15" name="Текст 14"/>
          <p:cNvSpPr>
            <a:spLocks noGrp="1"/>
          </p:cNvSpPr>
          <p:nvPr>
            <p:ph type="body" sz="quarter" idx="3"/>
          </p:nvPr>
        </p:nvSpPr>
        <p:spPr>
          <a:xfrm>
            <a:off x="4800600" y="1314450"/>
            <a:ext cx="3886200" cy="48006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ru-RU" smtClean="0"/>
              <a:t>Образец текста</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smtClean="0"/>
              <a:t>Образец заголовка</a:t>
            </a:r>
            <a:endParaRPr kumimoji="0" lang="en-US"/>
          </a:p>
        </p:txBody>
      </p:sp>
      <p:sp>
        <p:nvSpPr>
          <p:cNvPr id="3" name="Дата 2"/>
          <p:cNvSpPr>
            <a:spLocks noGrp="1"/>
          </p:cNvSpPr>
          <p:nvPr>
            <p:ph type="dt" sz="half" idx="10"/>
          </p:nvPr>
        </p:nvSpPr>
        <p:spPr/>
        <p:txBody>
          <a:bodyPr/>
          <a:lstStyle/>
          <a:p>
            <a:fld id="{5B106E36-FD25-4E2D-B0AA-010F637433A0}" type="datetimeFigureOut">
              <a:rPr lang="ru-RU" smtClean="0"/>
              <a:pPr/>
              <a:t>13.04.2015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lvl1pPr>
              <a:defRPr>
                <a:solidFill>
                  <a:srgbClr val="FFFFFF"/>
                </a:solidFill>
              </a:defRPr>
            </a:lvl1pPr>
          </a:lstStyle>
          <a:p>
            <a:fld id="{725C68B6-61C2-468F-89AB-4B9F7531AA68}"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5B106E36-FD25-4E2D-B0AA-010F637433A0}" type="datetimeFigureOut">
              <a:rPr lang="ru-RU" smtClean="0"/>
              <a:pPr/>
              <a:t>13.04.2015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a:xfrm>
            <a:off x="0" y="4686300"/>
            <a:ext cx="533400" cy="285750"/>
          </a:xfrm>
        </p:spPr>
        <p:txBody>
          <a:bodyPr/>
          <a:lstStyle>
            <a:lvl1pPr>
              <a:defRPr>
                <a:solidFill>
                  <a:schemeClr val="tx2"/>
                </a:solidFill>
              </a:defRPr>
            </a:lvl1pPr>
          </a:lstStyle>
          <a:p>
            <a:fld id="{725C68B6-61C2-468F-89AB-4B9F7531AA68}"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204787"/>
            <a:ext cx="8077200" cy="652463"/>
          </a:xfrm>
        </p:spPr>
        <p:txBody>
          <a:bodyPr anchor="ctr"/>
          <a:lstStyle>
            <a:lvl1pPr algn="l">
              <a:buNone/>
              <a:defRPr sz="4400" b="0"/>
            </a:lvl1pPr>
          </a:lstStyle>
          <a:p>
            <a:r>
              <a:rPr kumimoji="0" lang="ru-RU" smtClean="0"/>
              <a:t>Образец заголовка</a:t>
            </a:r>
            <a:endParaRPr kumimoji="0" lang="en-US"/>
          </a:p>
        </p:txBody>
      </p:sp>
      <p:sp>
        <p:nvSpPr>
          <p:cNvPr id="5" name="Дата 4"/>
          <p:cNvSpPr>
            <a:spLocks noGrp="1"/>
          </p:cNvSpPr>
          <p:nvPr>
            <p:ph type="dt" sz="half" idx="10"/>
          </p:nvPr>
        </p:nvSpPr>
        <p:spPr/>
        <p:txBody>
          <a:bodyPr/>
          <a:lstStyle/>
          <a:p>
            <a:fld id="{5B106E36-FD25-4E2D-B0AA-010F637433A0}" type="datetimeFigureOut">
              <a:rPr lang="ru-RU" smtClean="0"/>
              <a:pPr/>
              <a:t>13.04.2015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lvl1pPr>
              <a:defRPr>
                <a:solidFill>
                  <a:srgbClr val="FFFFFF"/>
                </a:solidFill>
              </a:defRPr>
            </a:lvl1pPr>
          </a:lstStyle>
          <a:p>
            <a:fld id="{725C68B6-61C2-468F-89AB-4B9F7531AA68}" type="slidenum">
              <a:rPr lang="ru-RU" smtClean="0"/>
              <a:pPr/>
              <a:t>‹#›</a:t>
            </a:fld>
            <a:endParaRPr lang="ru-RU"/>
          </a:p>
        </p:txBody>
      </p:sp>
      <p:sp>
        <p:nvSpPr>
          <p:cNvPr id="3" name="Текст 2"/>
          <p:cNvSpPr>
            <a:spLocks noGrp="1"/>
          </p:cNvSpPr>
          <p:nvPr>
            <p:ph type="body" idx="2"/>
          </p:nvPr>
        </p:nvSpPr>
        <p:spPr>
          <a:xfrm>
            <a:off x="609600" y="1314450"/>
            <a:ext cx="1600200" cy="325755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ru-RU" smtClean="0"/>
              <a:t>Образец текста</a:t>
            </a:r>
          </a:p>
        </p:txBody>
      </p:sp>
      <p:sp>
        <p:nvSpPr>
          <p:cNvPr id="9" name="Содержимое 8"/>
          <p:cNvSpPr>
            <a:spLocks noGrp="1"/>
          </p:cNvSpPr>
          <p:nvPr>
            <p:ph sz="quarter" idx="1"/>
          </p:nvPr>
        </p:nvSpPr>
        <p:spPr>
          <a:xfrm>
            <a:off x="2362200" y="1314450"/>
            <a:ext cx="6400800" cy="3314700"/>
          </a:xfrm>
        </p:spPr>
        <p:txBody>
          <a:body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bg>
      <p:bgRef idx="1003">
        <a:schemeClr val="bg2"/>
      </p:bgRef>
    </p:bg>
    <p:spTree>
      <p:nvGrpSpPr>
        <p:cNvPr id="1" name=""/>
        <p:cNvGrpSpPr/>
        <p:nvPr/>
      </p:nvGrpSpPr>
      <p:grpSpPr>
        <a:xfrm>
          <a:off x="0" y="0"/>
          <a:ext cx="0" cy="0"/>
          <a:chOff x="0" y="0"/>
          <a:chExt cx="0" cy="0"/>
        </a:xfrm>
      </p:grpSpPr>
      <p:sp>
        <p:nvSpPr>
          <p:cNvPr id="4" name="Текст 3"/>
          <p:cNvSpPr>
            <a:spLocks noGrp="1"/>
          </p:cNvSpPr>
          <p:nvPr>
            <p:ph type="body" sz="half" idx="2"/>
          </p:nvPr>
        </p:nvSpPr>
        <p:spPr>
          <a:xfrm>
            <a:off x="1600200" y="4114800"/>
            <a:ext cx="7315200" cy="51435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ru-RU" smtClean="0"/>
              <a:t>Образец текста</a:t>
            </a:r>
          </a:p>
        </p:txBody>
      </p:sp>
      <p:sp>
        <p:nvSpPr>
          <p:cNvPr id="8" name="Прямоугольник 7"/>
          <p:cNvSpPr/>
          <p:nvPr/>
        </p:nvSpPr>
        <p:spPr bwMode="white">
          <a:xfrm>
            <a:off x="-9144" y="3429000"/>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Прямоугольник 8"/>
          <p:cNvSpPr/>
          <p:nvPr/>
        </p:nvSpPr>
        <p:spPr>
          <a:xfrm>
            <a:off x="-9144" y="3497580"/>
            <a:ext cx="1463040"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Прямоугольник 9"/>
          <p:cNvSpPr/>
          <p:nvPr/>
        </p:nvSpPr>
        <p:spPr>
          <a:xfrm>
            <a:off x="1545336" y="3490722"/>
            <a:ext cx="7598664"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Заголовок 1"/>
          <p:cNvSpPr>
            <a:spLocks noGrp="1"/>
          </p:cNvSpPr>
          <p:nvPr>
            <p:ph type="title"/>
          </p:nvPr>
        </p:nvSpPr>
        <p:spPr>
          <a:xfrm>
            <a:off x="1600200" y="3486150"/>
            <a:ext cx="7315200" cy="514350"/>
          </a:xfrm>
        </p:spPr>
        <p:txBody>
          <a:bodyPr anchor="ctr"/>
          <a:lstStyle>
            <a:lvl1pPr algn="l">
              <a:buNone/>
              <a:defRPr sz="2800" b="0">
                <a:solidFill>
                  <a:srgbClr val="FFFFFF"/>
                </a:solidFill>
              </a:defRPr>
            </a:lvl1pPr>
          </a:lstStyle>
          <a:p>
            <a:r>
              <a:rPr kumimoji="0" lang="ru-RU" smtClean="0"/>
              <a:t>Образец заголовка</a:t>
            </a:r>
            <a:endParaRPr kumimoji="0" lang="en-US"/>
          </a:p>
        </p:txBody>
      </p:sp>
      <p:sp>
        <p:nvSpPr>
          <p:cNvPr id="11" name="Прямоугольник 10"/>
          <p:cNvSpPr/>
          <p:nvPr/>
        </p:nvSpPr>
        <p:spPr bwMode="white">
          <a:xfrm>
            <a:off x="1447800" y="0"/>
            <a:ext cx="100584" cy="515035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Дата 11"/>
          <p:cNvSpPr>
            <a:spLocks noGrp="1"/>
          </p:cNvSpPr>
          <p:nvPr>
            <p:ph type="dt" sz="half" idx="10"/>
          </p:nvPr>
        </p:nvSpPr>
        <p:spPr>
          <a:xfrm>
            <a:off x="6248400" y="4686300"/>
            <a:ext cx="2667000" cy="273844"/>
          </a:xfrm>
        </p:spPr>
        <p:txBody>
          <a:bodyPr rtlCol="0"/>
          <a:lstStyle/>
          <a:p>
            <a:fld id="{5B106E36-FD25-4E2D-B0AA-010F637433A0}" type="datetimeFigureOut">
              <a:rPr lang="ru-RU" smtClean="0"/>
              <a:pPr/>
              <a:t>13.04.2015</a:t>
            </a:fld>
            <a:endParaRPr lang="ru-RU"/>
          </a:p>
        </p:txBody>
      </p:sp>
      <p:sp>
        <p:nvSpPr>
          <p:cNvPr id="13" name="Номер слайда 12"/>
          <p:cNvSpPr>
            <a:spLocks noGrp="1"/>
          </p:cNvSpPr>
          <p:nvPr>
            <p:ph type="sldNum" sz="quarter" idx="11"/>
          </p:nvPr>
        </p:nvSpPr>
        <p:spPr>
          <a:xfrm>
            <a:off x="0" y="3500437"/>
            <a:ext cx="1447800" cy="497684"/>
          </a:xfrm>
        </p:spPr>
        <p:txBody>
          <a:bodyPr rtlCol="0"/>
          <a:lstStyle>
            <a:lvl1pPr>
              <a:defRPr sz="2800"/>
            </a:lvl1pPr>
          </a:lstStyle>
          <a:p>
            <a:fld id="{725C68B6-61C2-468F-89AB-4B9F7531AA68}" type="slidenum">
              <a:rPr lang="ru-RU" smtClean="0"/>
              <a:pPr/>
              <a:t>‹#›</a:t>
            </a:fld>
            <a:endParaRPr lang="ru-RU"/>
          </a:p>
        </p:txBody>
      </p:sp>
      <p:sp>
        <p:nvSpPr>
          <p:cNvPr id="14" name="Нижний колонтитул 13"/>
          <p:cNvSpPr>
            <a:spLocks noGrp="1"/>
          </p:cNvSpPr>
          <p:nvPr>
            <p:ph type="ftr" sz="quarter" idx="12"/>
          </p:nvPr>
        </p:nvSpPr>
        <p:spPr>
          <a:xfrm>
            <a:off x="1600200" y="4686155"/>
            <a:ext cx="4572000" cy="273844"/>
          </a:xfrm>
        </p:spPr>
        <p:txBody>
          <a:bodyPr rtlCol="0"/>
          <a:lstStyle/>
          <a:p>
            <a:endParaRPr lang="ru-RU"/>
          </a:p>
        </p:txBody>
      </p:sp>
      <p:sp>
        <p:nvSpPr>
          <p:cNvPr id="3" name="Рисунок 2"/>
          <p:cNvSpPr>
            <a:spLocks noGrp="1"/>
          </p:cNvSpPr>
          <p:nvPr>
            <p:ph type="pic" idx="1"/>
          </p:nvPr>
        </p:nvSpPr>
        <p:spPr>
          <a:xfrm>
            <a:off x="1560576" y="0"/>
            <a:ext cx="7583424" cy="3426714"/>
          </a:xfrm>
          <a:solidFill>
            <a:schemeClr val="accent1">
              <a:tint val="40000"/>
            </a:schemeClr>
          </a:solidFill>
          <a:ln>
            <a:noFill/>
          </a:ln>
        </p:spPr>
        <p:txBody>
          <a:bodyPr/>
          <a:lstStyle>
            <a:lvl1pPr marL="0" indent="0">
              <a:buNone/>
              <a:defRPr sz="3200"/>
            </a:lvl1pPr>
          </a:lstStyle>
          <a:p>
            <a:r>
              <a:rPr kumimoji="0" lang="ru-RU" smtClean="0"/>
              <a:t>Вставка рисунка</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smtClean="0"/>
              <a:t>Образец заголовка</a:t>
            </a:r>
            <a:endParaRPr kumimoji="0" lang="en-US"/>
          </a:p>
        </p:txBody>
      </p:sp>
      <p:sp>
        <p:nvSpPr>
          <p:cNvPr id="3" name="Вертикальный текст 2"/>
          <p:cNvSpPr>
            <a:spLocks noGrp="1"/>
          </p:cNvSpPr>
          <p:nvPr>
            <p:ph type="body" orient="vert" idx="1"/>
          </p:nvPr>
        </p:nvSpPr>
        <p:spPr/>
        <p:txBody>
          <a:bodyPr vert="eaVert"/>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4" name="Дата 3"/>
          <p:cNvSpPr>
            <a:spLocks noGrp="1"/>
          </p:cNvSpPr>
          <p:nvPr>
            <p:ph type="dt" sz="half" idx="10"/>
          </p:nvPr>
        </p:nvSpPr>
        <p:spPr/>
        <p:txBody>
          <a:bodyPr/>
          <a:lstStyle/>
          <a:p>
            <a:fld id="{5B106E36-FD25-4E2D-B0AA-010F637433A0}" type="datetimeFigureOut">
              <a:rPr lang="ru-RU" smtClean="0"/>
              <a:pPr/>
              <a:t>13.04.2015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bg>
      <p:bgRef idx="1001">
        <a:schemeClr val="bg1"/>
      </p:bgRef>
    </p:bg>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553200" y="457201"/>
            <a:ext cx="2057400" cy="4137422"/>
          </a:xfrm>
        </p:spPr>
        <p:txBody>
          <a:bodyPr vert="eaVert"/>
          <a:lstStyle/>
          <a:p>
            <a:r>
              <a:rPr kumimoji="0" lang="ru-RU" smtClean="0"/>
              <a:t>Образец заголовка</a:t>
            </a:r>
            <a:endParaRPr kumimoji="0" lang="en-US"/>
          </a:p>
        </p:txBody>
      </p:sp>
      <p:sp>
        <p:nvSpPr>
          <p:cNvPr id="3" name="Вертикальный текст 2"/>
          <p:cNvSpPr>
            <a:spLocks noGrp="1"/>
          </p:cNvSpPr>
          <p:nvPr>
            <p:ph type="body" orient="vert" idx="1"/>
          </p:nvPr>
        </p:nvSpPr>
        <p:spPr>
          <a:xfrm>
            <a:off x="457200" y="457200"/>
            <a:ext cx="5562600" cy="4137423"/>
          </a:xfrm>
        </p:spPr>
        <p:txBody>
          <a:bodyPr vert="eaVert"/>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4" name="Дата 3"/>
          <p:cNvSpPr>
            <a:spLocks noGrp="1"/>
          </p:cNvSpPr>
          <p:nvPr>
            <p:ph type="dt" sz="half" idx="10"/>
          </p:nvPr>
        </p:nvSpPr>
        <p:spPr>
          <a:xfrm>
            <a:off x="6553200" y="4686302"/>
            <a:ext cx="2209800" cy="273844"/>
          </a:xfrm>
        </p:spPr>
        <p:txBody>
          <a:bodyPr/>
          <a:lstStyle/>
          <a:p>
            <a:fld id="{5B106E36-FD25-4E2D-B0AA-010F637433A0}" type="datetimeFigureOut">
              <a:rPr lang="ru-RU" smtClean="0"/>
              <a:pPr/>
              <a:t>13.04.2015</a:t>
            </a:fld>
            <a:endParaRPr lang="ru-RU"/>
          </a:p>
        </p:txBody>
      </p:sp>
      <p:sp>
        <p:nvSpPr>
          <p:cNvPr id="5" name="Нижний колонтитул 4"/>
          <p:cNvSpPr>
            <a:spLocks noGrp="1"/>
          </p:cNvSpPr>
          <p:nvPr>
            <p:ph type="ftr" sz="quarter" idx="11"/>
          </p:nvPr>
        </p:nvSpPr>
        <p:spPr>
          <a:xfrm>
            <a:off x="457202" y="4686156"/>
            <a:ext cx="5573483" cy="273844"/>
          </a:xfrm>
        </p:spPr>
        <p:txBody>
          <a:bodyPr/>
          <a:lstStyle/>
          <a:p>
            <a:endParaRPr lang="ru-RU"/>
          </a:p>
        </p:txBody>
      </p:sp>
      <p:sp>
        <p:nvSpPr>
          <p:cNvPr id="7" name="Прямоугольник 6"/>
          <p:cNvSpPr/>
          <p:nvPr/>
        </p:nvSpPr>
        <p:spPr bwMode="white">
          <a:xfrm>
            <a:off x="6096318" y="0"/>
            <a:ext cx="320040" cy="51435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Прямоугольник 7"/>
          <p:cNvSpPr/>
          <p:nvPr/>
        </p:nvSpPr>
        <p:spPr>
          <a:xfrm>
            <a:off x="6142038" y="457200"/>
            <a:ext cx="228600" cy="46863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Прямоугольник 8"/>
          <p:cNvSpPr/>
          <p:nvPr/>
        </p:nvSpPr>
        <p:spPr>
          <a:xfrm>
            <a:off x="6142038" y="0"/>
            <a:ext cx="228600" cy="40005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Номер слайда 5"/>
          <p:cNvSpPr>
            <a:spLocks noGrp="1"/>
          </p:cNvSpPr>
          <p:nvPr>
            <p:ph type="sldNum" sz="quarter" idx="12"/>
          </p:nvPr>
        </p:nvSpPr>
        <p:spPr>
          <a:xfrm rot="5400000">
            <a:off x="6056313" y="77787"/>
            <a:ext cx="400050" cy="244476"/>
          </a:xfrm>
        </p:spPr>
        <p:txBody>
          <a:bodyPr/>
          <a:lstStyle/>
          <a:p>
            <a:fld id="{725C68B6-61C2-468F-89AB-4B9F7531AA68}" type="slidenum">
              <a:rPr lang="ru-RU" smtClean="0"/>
              <a:pPr/>
              <a:t>‹#›</a:t>
            </a:fld>
            <a:endParaRPr lang="ru-RU"/>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Заголовок 21"/>
          <p:cNvSpPr>
            <a:spLocks noGrp="1"/>
          </p:cNvSpPr>
          <p:nvPr>
            <p:ph type="title"/>
          </p:nvPr>
        </p:nvSpPr>
        <p:spPr>
          <a:xfrm>
            <a:off x="609600" y="171450"/>
            <a:ext cx="8153400" cy="742950"/>
          </a:xfrm>
          <a:prstGeom prst="rect">
            <a:avLst/>
          </a:prstGeom>
        </p:spPr>
        <p:txBody>
          <a:bodyPr vert="horz" anchor="ctr">
            <a:normAutofit/>
          </a:bodyPr>
          <a:lstStyle/>
          <a:p>
            <a:r>
              <a:rPr kumimoji="0" lang="ru-RU" smtClean="0"/>
              <a:t>Образец заголовка</a:t>
            </a:r>
            <a:endParaRPr kumimoji="0" lang="en-US"/>
          </a:p>
        </p:txBody>
      </p:sp>
      <p:sp>
        <p:nvSpPr>
          <p:cNvPr id="13" name="Текст 12"/>
          <p:cNvSpPr>
            <a:spLocks noGrp="1"/>
          </p:cNvSpPr>
          <p:nvPr>
            <p:ph type="body" idx="1"/>
          </p:nvPr>
        </p:nvSpPr>
        <p:spPr>
          <a:xfrm>
            <a:off x="612648" y="1200150"/>
            <a:ext cx="8153400" cy="3394710"/>
          </a:xfrm>
          <a:prstGeom prst="rect">
            <a:avLst/>
          </a:prstGeom>
        </p:spPr>
        <p:txBody>
          <a:bodyPr vert="horz">
            <a:normAutofit/>
          </a:bodyPr>
          <a:lstStyle/>
          <a:p>
            <a:pPr lvl="0" eaLnBrk="1" latinLnBrk="0" hangingPunct="1"/>
            <a:r>
              <a:rPr kumimoji="0" lang="ru-RU" smtClean="0"/>
              <a:t>Образец текста</a:t>
            </a:r>
          </a:p>
          <a:p>
            <a:pPr lvl="1" eaLnBrk="1" latinLnBrk="0" hangingPunct="1"/>
            <a:r>
              <a:rPr kumimoji="0" lang="ru-RU" smtClean="0"/>
              <a:t>Второй уровень</a:t>
            </a:r>
          </a:p>
          <a:p>
            <a:pPr lvl="2" eaLnBrk="1" latinLnBrk="0" hangingPunct="1"/>
            <a:r>
              <a:rPr kumimoji="0" lang="ru-RU" smtClean="0"/>
              <a:t>Третий уровень</a:t>
            </a:r>
          </a:p>
          <a:p>
            <a:pPr lvl="3" eaLnBrk="1" latinLnBrk="0" hangingPunct="1"/>
            <a:r>
              <a:rPr kumimoji="0" lang="ru-RU" smtClean="0"/>
              <a:t>Четвертый уровень</a:t>
            </a:r>
          </a:p>
          <a:p>
            <a:pPr lvl="4" eaLnBrk="1" latinLnBrk="0" hangingPunct="1"/>
            <a:r>
              <a:rPr kumimoji="0" lang="ru-RU" smtClean="0"/>
              <a:t>Пятый уровень</a:t>
            </a:r>
            <a:endParaRPr kumimoji="0" lang="en-US"/>
          </a:p>
        </p:txBody>
      </p:sp>
      <p:sp>
        <p:nvSpPr>
          <p:cNvPr id="14" name="Дата 13"/>
          <p:cNvSpPr>
            <a:spLocks noGrp="1"/>
          </p:cNvSpPr>
          <p:nvPr>
            <p:ph type="dt" sz="half" idx="2"/>
          </p:nvPr>
        </p:nvSpPr>
        <p:spPr>
          <a:xfrm>
            <a:off x="6096000" y="4686300"/>
            <a:ext cx="2667000" cy="273844"/>
          </a:xfrm>
          <a:prstGeom prst="rect">
            <a:avLst/>
          </a:prstGeom>
        </p:spPr>
        <p:txBody>
          <a:bodyPr vert="horz" anchor="ctr" anchorCtr="0"/>
          <a:lstStyle>
            <a:lvl1pPr algn="l" eaLnBrk="1" latinLnBrk="0" hangingPunct="1">
              <a:defRPr kumimoji="0" sz="1400">
                <a:solidFill>
                  <a:schemeClr val="tx2"/>
                </a:solidFill>
              </a:defRPr>
            </a:lvl1pPr>
          </a:lstStyle>
          <a:p>
            <a:fld id="{5B106E36-FD25-4E2D-B0AA-010F637433A0}" type="datetimeFigureOut">
              <a:rPr lang="ru-RU" smtClean="0"/>
              <a:pPr/>
              <a:t>13.04.2015</a:t>
            </a:fld>
            <a:endParaRPr lang="ru-RU"/>
          </a:p>
        </p:txBody>
      </p:sp>
      <p:sp>
        <p:nvSpPr>
          <p:cNvPr id="3" name="Нижний колонтитул 2"/>
          <p:cNvSpPr>
            <a:spLocks noGrp="1"/>
          </p:cNvSpPr>
          <p:nvPr>
            <p:ph type="ftr" sz="quarter" idx="3"/>
          </p:nvPr>
        </p:nvSpPr>
        <p:spPr>
          <a:xfrm>
            <a:off x="609601" y="4686155"/>
            <a:ext cx="5421083" cy="273844"/>
          </a:xfrm>
          <a:prstGeom prst="rect">
            <a:avLst/>
          </a:prstGeom>
        </p:spPr>
        <p:txBody>
          <a:bodyPr vert="horz" anchor="ctr"/>
          <a:lstStyle>
            <a:lvl1pPr algn="r" eaLnBrk="1" latinLnBrk="0" hangingPunct="1">
              <a:defRPr kumimoji="0" sz="1400">
                <a:solidFill>
                  <a:schemeClr val="tx2"/>
                </a:solidFill>
              </a:defRPr>
            </a:lvl1pPr>
          </a:lstStyle>
          <a:p>
            <a:endParaRPr lang="ru-RU"/>
          </a:p>
        </p:txBody>
      </p:sp>
      <p:sp>
        <p:nvSpPr>
          <p:cNvPr id="7" name="Прямоугольник 6"/>
          <p:cNvSpPr/>
          <p:nvPr/>
        </p:nvSpPr>
        <p:spPr bwMode="white">
          <a:xfrm>
            <a:off x="0" y="925830"/>
            <a:ext cx="9144000" cy="24003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Прямоугольник 7"/>
          <p:cNvSpPr/>
          <p:nvPr/>
        </p:nvSpPr>
        <p:spPr>
          <a:xfrm>
            <a:off x="0" y="960120"/>
            <a:ext cx="533400" cy="1714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Прямоугольник 8"/>
          <p:cNvSpPr/>
          <p:nvPr/>
        </p:nvSpPr>
        <p:spPr>
          <a:xfrm>
            <a:off x="590550" y="960120"/>
            <a:ext cx="8553450" cy="1714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Номер слайда 22"/>
          <p:cNvSpPr>
            <a:spLocks noGrp="1"/>
          </p:cNvSpPr>
          <p:nvPr>
            <p:ph type="sldNum" sz="quarter" idx="4"/>
          </p:nvPr>
        </p:nvSpPr>
        <p:spPr>
          <a:xfrm>
            <a:off x="0" y="954167"/>
            <a:ext cx="533400" cy="183357"/>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725C68B6-61C2-468F-89AB-4B9F7531AA68}"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hyperlink" Target="http://www.tv.adobe.com/" TargetMode="Externa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 Id="rId5" Type="http://schemas.openxmlformats.org/officeDocument/2006/relationships/image" Target="../media/image13.jpeg"/><Relationship Id="rId4" Type="http://schemas.openxmlformats.org/officeDocument/2006/relationships/image" Target="../media/image12.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 Id="rId5" Type="http://schemas.openxmlformats.org/officeDocument/2006/relationships/image" Target="../media/image17.jpeg"/><Relationship Id="rId4" Type="http://schemas.openxmlformats.org/officeDocument/2006/relationships/image" Target="../media/image16.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19.jpeg"/><Relationship Id="rId7" Type="http://schemas.openxmlformats.org/officeDocument/2006/relationships/image" Target="../media/image23.jpeg"/><Relationship Id="rId2" Type="http://schemas.openxmlformats.org/officeDocument/2006/relationships/image" Target="../media/image18.jpeg"/><Relationship Id="rId1" Type="http://schemas.openxmlformats.org/officeDocument/2006/relationships/slideLayout" Target="../slideLayouts/slideLayout7.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7.xml"/><Relationship Id="rId5" Type="http://schemas.openxmlformats.org/officeDocument/2006/relationships/image" Target="../media/image28.jpeg"/><Relationship Id="rId4" Type="http://schemas.openxmlformats.org/officeDocument/2006/relationships/image" Target="../media/image27.jpeg"/></Relationships>
</file>

<file path=ppt/slides/_rels/slide2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1.jpeg"/></Relationships>
</file>

<file path=ppt/slides/_rels/slide22.xml.rels><?xml version="1.0" encoding="UTF-8" standalone="yes"?>
<Relationships xmlns="http://schemas.openxmlformats.org/package/2006/relationships"><Relationship Id="rId2" Type="http://schemas.openxmlformats.org/officeDocument/2006/relationships/hyperlink" Target="http://www.videokent.uz/"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3428992" y="3028950"/>
            <a:ext cx="5572132" cy="1371600"/>
          </a:xfrm>
        </p:spPr>
        <p:txBody>
          <a:bodyPr anchor="ctr" anchorCtr="0">
            <a:normAutofit fontScale="90000"/>
          </a:bodyPr>
          <a:lstStyle/>
          <a:p>
            <a:pPr algn="r"/>
            <a:r>
              <a:rPr lang="ru-RU" smtClean="0"/>
              <a:t>Adobe</a:t>
            </a:r>
            <a:r>
              <a:rPr lang="en-US" smtClean="0"/>
              <a:t> </a:t>
            </a:r>
            <a:r>
              <a:rPr lang="ru-RU" smtClean="0"/>
              <a:t>After Effects</a:t>
            </a:r>
            <a:endParaRPr lang="ru-RU"/>
          </a:p>
        </p:txBody>
      </p:sp>
      <p:sp>
        <p:nvSpPr>
          <p:cNvPr id="3" name="Подзаголовок 2"/>
          <p:cNvSpPr>
            <a:spLocks noGrp="1"/>
          </p:cNvSpPr>
          <p:nvPr>
            <p:ph type="subTitle" idx="1"/>
          </p:nvPr>
        </p:nvSpPr>
        <p:spPr/>
        <p:txBody>
          <a:bodyPr/>
          <a:lstStyle/>
          <a:p>
            <a:pPr algn="r"/>
            <a:r>
              <a:rPr lang="en-US" smtClean="0"/>
              <a:t>Har narsaga qodir dastur</a:t>
            </a:r>
            <a:endParaRPr lang="ru-RU"/>
          </a:p>
        </p:txBody>
      </p:sp>
      <p:pic>
        <p:nvPicPr>
          <p:cNvPr id="4" name="Рисунок 3" descr="Снимок.PNG"/>
          <p:cNvPicPr>
            <a:picLocks noChangeAspect="1"/>
          </p:cNvPicPr>
          <p:nvPr/>
        </p:nvPicPr>
        <p:blipFill>
          <a:blip r:embed="rId2"/>
          <a:srcRect/>
          <a:stretch>
            <a:fillRect/>
          </a:stretch>
        </p:blipFill>
        <p:spPr>
          <a:xfrm>
            <a:off x="928662" y="500048"/>
            <a:ext cx="2857520" cy="2967461"/>
          </a:xfrm>
          <a:prstGeom prst="roundRect">
            <a:avLst>
              <a:gd name="adj" fmla="val 8594"/>
            </a:avLst>
          </a:prstGeom>
          <a:solidFill>
            <a:srgbClr val="FFFFFF">
              <a:shade val="85000"/>
            </a:srgbClr>
          </a:solidFill>
          <a:ln w="34925">
            <a:solidFill>
              <a:srgbClr val="FFFFFF"/>
            </a:solidFill>
          </a:ln>
          <a:effectLst>
            <a:outerShdw blurRad="317500" dir="2700000" algn="ctr">
              <a:srgbClr val="000000">
                <a:alpha val="43000"/>
              </a:srgbClr>
            </a:outerShdw>
            <a:reflection blurRad="12700" stA="38000" endPos="28000" dist="5000" dir="5400000" sy="-100000" algn="bl" rotWithShape="0"/>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idx="1"/>
          </p:nvPr>
        </p:nvSpPr>
        <p:spPr>
          <a:xfrm>
            <a:off x="1371601" y="2057400"/>
            <a:ext cx="5200663" cy="2085986"/>
          </a:xfrm>
        </p:spPr>
        <p:txBody>
          <a:bodyPr>
            <a:normAutofit fontScale="92500" lnSpcReduction="20000"/>
          </a:bodyPr>
          <a:lstStyle/>
          <a:p>
            <a:pPr marL="514350" indent="-514350">
              <a:lnSpc>
                <a:spcPct val="170000"/>
              </a:lnSpc>
              <a:buAutoNum type="arabicPeriod"/>
            </a:pPr>
            <a:r>
              <a:rPr lang="en-US" smtClean="0"/>
              <a:t>Dastur bilan umumiy tanishuv</a:t>
            </a:r>
          </a:p>
          <a:p>
            <a:pPr marL="514350" indent="-514350">
              <a:lnSpc>
                <a:spcPct val="170000"/>
              </a:lnSpc>
              <a:buAutoNum type="arabicPeriod"/>
            </a:pPr>
            <a:r>
              <a:rPr lang="en-US" smtClean="0"/>
              <a:t>Undan kimlar foydalanadi</a:t>
            </a:r>
          </a:p>
          <a:p>
            <a:pPr marL="514350" indent="-514350">
              <a:lnSpc>
                <a:spcPct val="170000"/>
              </a:lnSpc>
              <a:buAutoNum type="arabicPeriod"/>
            </a:pPr>
            <a:r>
              <a:rPr lang="en-US" smtClean="0"/>
              <a:t>Dasturning imkoniyatlari</a:t>
            </a:r>
          </a:p>
        </p:txBody>
      </p:sp>
      <p:sp>
        <p:nvSpPr>
          <p:cNvPr id="3" name="Заголовок 2"/>
          <p:cNvSpPr>
            <a:spLocks noGrp="1"/>
          </p:cNvSpPr>
          <p:nvPr>
            <p:ph type="title"/>
          </p:nvPr>
        </p:nvSpPr>
        <p:spPr/>
        <p:txBody>
          <a:bodyPr>
            <a:normAutofit fontScale="90000"/>
          </a:bodyPr>
          <a:lstStyle/>
          <a:p>
            <a:r>
              <a:rPr lang="ru-RU" smtClean="0"/>
              <a:t>Adobe After Effects</a:t>
            </a:r>
            <a:endParaRPr lang="ru-RU"/>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3" descr="C:\Users\Eagle\AppData\Roaming\PotPlayerMini\Capture\Новая папка\Супер_After_Effects_Скачать_курс_Video_11.mp4_snapshot_00.21_[2015.04.11_15.05.24].jpg"/>
          <p:cNvPicPr>
            <a:picLocks noGrp="1" noChangeAspect="1" noChangeArrowheads="1"/>
          </p:cNvPicPr>
          <p:nvPr>
            <p:ph type="pic" idx="1"/>
          </p:nvPr>
        </p:nvPicPr>
        <p:blipFill>
          <a:blip r:embed="rId2"/>
          <a:srcRect t="9925" b="9925"/>
          <a:stretch>
            <a:fillRect/>
          </a:stretch>
        </p:blipFill>
        <p:spPr bwMode="auto">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4282" y="164711"/>
            <a:ext cx="8643998" cy="3901068"/>
          </a:xfrm>
          <a:prstGeom prst="rect">
            <a:avLst/>
          </a:prstGeom>
          <a:noFill/>
        </p:spPr>
        <p:txBody>
          <a:bodyPr wrap="square" numCol="1" spcCol="360000" rtlCol="0">
            <a:spAutoFit/>
          </a:bodyPr>
          <a:lstStyle/>
          <a:p>
            <a:pPr algn="just">
              <a:lnSpc>
                <a:spcPct val="125000"/>
              </a:lnSpc>
            </a:pPr>
            <a:r>
              <a:rPr lang="en-US" b="1" smtClean="0"/>
              <a:t>	</a:t>
            </a:r>
            <a:r>
              <a:rPr lang="ru-RU" b="1" smtClean="0"/>
              <a:t> Adobe After Effects</a:t>
            </a:r>
            <a:r>
              <a:rPr lang="en-US" b="1" smtClean="0"/>
              <a:t> - </a:t>
            </a:r>
            <a:r>
              <a:rPr lang="en-US" smtClean="0"/>
              <a:t>Adobe Systems kompaniyasining mahsuloti bo’lib, dasturning asosiy vazifalari videoga va dinamik rasmlarga ishlov berish, kompozitsiyalar, animatsiya va har-xil maxsus effektlar yaratish. undan suratga olingan videomaterialga ishlov berishda, reklama roliklarini, musiqali kliplarni va animatsiyani yaratishda keng qo’llaniladi. Kino oxirida va boshida chiqib keladigan matnli animatsiyalar ham aynan shu dastur yordamida yaratiladi. Bundan tashqari, raqamli video effektlar ishlatiladigan barcha sharoitlarda, undan </a:t>
            </a:r>
            <a:r>
              <a:rPr lang="en-US" smtClean="0"/>
              <a:t>foydalaniladi</a:t>
            </a:r>
            <a:r>
              <a:rPr lang="en-US" smtClean="0"/>
              <a:t>.</a:t>
            </a:r>
            <a:r>
              <a:rPr lang="ru-RU" b="1" smtClean="0"/>
              <a:t> Adobe After Effects</a:t>
            </a:r>
            <a:r>
              <a:rPr lang="en-US" b="1" smtClean="0"/>
              <a:t> - </a:t>
            </a:r>
            <a:r>
              <a:rPr lang="en-US" smtClean="0"/>
              <a:t>Adobe Systems kompaniyasining mahsuloti bo’lib, dasturning asosiy vazifalari videoga va dinamik rasmlarga ishlov berish, kompozitsiyalar, animatsiya va har-xil maxsus effektlar yaratish. undan suratga olingan videomaterialga ishlov berishda, reklama roliklarini, musiqali kliplarni </a:t>
            </a:r>
            <a:r>
              <a:rPr lang="en-US" smtClean="0"/>
              <a:t>va </a:t>
            </a:r>
            <a:r>
              <a:rPr lang="en-US" smtClean="0"/>
              <a:t>animatsiyani</a:t>
            </a:r>
            <a:endParaRPr lang="en-US"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idx="1"/>
          </p:nvPr>
        </p:nvSpPr>
        <p:spPr>
          <a:xfrm>
            <a:off x="642911" y="2057400"/>
            <a:ext cx="7851804" cy="1514482"/>
          </a:xfrm>
          <a:effectLst>
            <a:outerShdw blurRad="38100" dist="30000" dir="5400000" rotWithShape="0">
              <a:srgbClr val="000000">
                <a:alpha val="45000"/>
              </a:srgbClr>
            </a:outerShdw>
            <a:reflection blurRad="6350" stA="50000" endA="300" endPos="55000" dir="5400000" sy="-100000" algn="bl" rotWithShape="0"/>
          </a:effectLst>
        </p:spPr>
        <p:style>
          <a:lnRef idx="1">
            <a:schemeClr val="accent1"/>
          </a:lnRef>
          <a:fillRef idx="2">
            <a:schemeClr val="accent1"/>
          </a:fillRef>
          <a:effectRef idx="1">
            <a:schemeClr val="accent1"/>
          </a:effectRef>
          <a:fontRef idx="minor">
            <a:schemeClr val="dk1"/>
          </a:fontRef>
        </p:style>
        <p:txBody>
          <a:bodyPr>
            <a:noAutofit/>
          </a:bodyPr>
          <a:lstStyle/>
          <a:p>
            <a:r>
              <a:rPr lang="en-US" sz="2400" smtClean="0">
                <a:solidFill>
                  <a:schemeClr val="accent1">
                    <a:lumMod val="50000"/>
                  </a:schemeClr>
                </a:solidFill>
              </a:rPr>
              <a:t>o’rganish uchun oson va qulay interfeys</a:t>
            </a:r>
          </a:p>
          <a:p>
            <a:r>
              <a:rPr lang="en-US" sz="2400" smtClean="0">
                <a:solidFill>
                  <a:schemeClr val="accent1">
                    <a:lumMod val="50000"/>
                  </a:schemeClr>
                </a:solidFill>
              </a:rPr>
              <a:t>o’rtacha kuchga ega kompyuterlarda ham bemalol ishlashi</a:t>
            </a:r>
          </a:p>
          <a:p>
            <a:r>
              <a:rPr lang="en-US" sz="2400" smtClean="0">
                <a:solidFill>
                  <a:schemeClr val="accent1">
                    <a:lumMod val="50000"/>
                  </a:schemeClr>
                </a:solidFill>
              </a:rPr>
              <a:t>2d amimatsiya yaratishning mukammal instrumentlari</a:t>
            </a:r>
            <a:endParaRPr lang="ru-RU" sz="2400">
              <a:solidFill>
                <a:schemeClr val="accent1">
                  <a:lumMod val="50000"/>
                </a:schemeClr>
              </a:solidFill>
            </a:endParaRPr>
          </a:p>
        </p:txBody>
      </p:sp>
      <p:sp>
        <p:nvSpPr>
          <p:cNvPr id="3" name="Заголовок 2"/>
          <p:cNvSpPr>
            <a:spLocks noGrp="1"/>
          </p:cNvSpPr>
          <p:nvPr>
            <p:ph type="title"/>
          </p:nvPr>
        </p:nvSpPr>
        <p:spPr/>
        <p:txBody>
          <a:bodyPr>
            <a:normAutofit fontScale="90000"/>
          </a:bodyPr>
          <a:lstStyle/>
          <a:p>
            <a:r>
              <a:rPr lang="en-US" smtClean="0"/>
              <a:t>Dasturning yaxshi tomonlari</a:t>
            </a:r>
            <a:endParaRPr lang="ru-RU"/>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idx="1"/>
          </p:nvPr>
        </p:nvSpPr>
        <p:spPr/>
        <p:txBody>
          <a:bodyPr>
            <a:normAutofit fontScale="92500" lnSpcReduction="10000"/>
          </a:bodyPr>
          <a:lstStyle/>
          <a:p>
            <a:r>
              <a:rPr lang="en-US" smtClean="0"/>
              <a:t>dasturning ba’zida beso’rov yopilib ketishi</a:t>
            </a:r>
          </a:p>
          <a:p>
            <a:r>
              <a:rPr lang="en-US" smtClean="0"/>
              <a:t>render paytida ishlashni davom ettira olmaslik olmaslik</a:t>
            </a:r>
            <a:endParaRPr lang="ru-RU"/>
          </a:p>
        </p:txBody>
      </p:sp>
      <p:sp>
        <p:nvSpPr>
          <p:cNvPr id="3" name="Заголовок 2"/>
          <p:cNvSpPr>
            <a:spLocks noGrp="1"/>
          </p:cNvSpPr>
          <p:nvPr>
            <p:ph type="title"/>
          </p:nvPr>
        </p:nvSpPr>
        <p:spPr/>
        <p:txBody>
          <a:bodyPr>
            <a:normAutofit fontScale="90000"/>
          </a:bodyPr>
          <a:lstStyle/>
          <a:p>
            <a:r>
              <a:rPr lang="en-US" smtClean="0"/>
              <a:t>Dasturning kamchiliklari</a:t>
            </a:r>
            <a:endParaRPr lang="ru-RU"/>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ctr"/>
            <a:r>
              <a:rPr lang="en-US" sz="3600" smtClean="0"/>
              <a:t>Katta kinodagi maxsus effektlar</a:t>
            </a:r>
            <a:endParaRPr lang="ru-RU" sz="3600"/>
          </a:p>
        </p:txBody>
      </p:sp>
      <p:sp>
        <p:nvSpPr>
          <p:cNvPr id="3" name="Прямоугольник 2"/>
          <p:cNvSpPr/>
          <p:nvPr/>
        </p:nvSpPr>
        <p:spPr>
          <a:xfrm>
            <a:off x="357158" y="2143122"/>
            <a:ext cx="8429684" cy="2585323"/>
          </a:xfrm>
          <a:prstGeom prst="rect">
            <a:avLst/>
          </a:prstGeom>
        </p:spPr>
        <p:txBody>
          <a:bodyPr wrap="square">
            <a:spAutoFit/>
          </a:bodyPr>
          <a:lstStyle/>
          <a:p>
            <a:pPr algn="ctr">
              <a:lnSpc>
                <a:spcPct val="150000"/>
              </a:lnSpc>
            </a:pPr>
            <a:r>
              <a:rPr lang="en-US" smtClean="0"/>
              <a:t>Katta kinodagi maxsus effektlar, zamonaviy video kliplardagi ranglar jilosi, </a:t>
            </a:r>
          </a:p>
          <a:p>
            <a:pPr algn="ctr">
              <a:lnSpc>
                <a:spcPct val="150000"/>
              </a:lnSpc>
            </a:pPr>
            <a:r>
              <a:rPr lang="en-US" smtClean="0"/>
              <a:t>harakatlanadigan grafika, portlashlar, fonni almashtirish, videoni stabilizatsiya </a:t>
            </a:r>
          </a:p>
          <a:p>
            <a:pPr algn="ctr">
              <a:lnSpc>
                <a:spcPct val="150000"/>
              </a:lnSpc>
            </a:pPr>
            <a:r>
              <a:rPr lang="en-US" smtClean="0"/>
              <a:t>qilish kabi funksiyalar After Effects imkoniyatlarining bir nechtasi xolos. </a:t>
            </a:r>
          </a:p>
          <a:p>
            <a:pPr algn="ctr">
              <a:lnSpc>
                <a:spcPct val="150000"/>
              </a:lnSpc>
            </a:pPr>
            <a:r>
              <a:rPr lang="en-US" smtClean="0"/>
              <a:t>After Effects </a:t>
            </a:r>
            <a:r>
              <a:rPr lang="en-US" smtClean="0"/>
              <a:t>programmaidan </a:t>
            </a:r>
            <a:r>
              <a:rPr lang="en-US" smtClean="0"/>
              <a:t>Hollywood kinoijodkorlari doimiy foydalanishadi, </a:t>
            </a:r>
          </a:p>
          <a:p>
            <a:pPr algn="ctr">
              <a:lnSpc>
                <a:spcPct val="150000"/>
              </a:lnSpc>
            </a:pPr>
            <a:r>
              <a:rPr lang="en-US" smtClean="0"/>
              <a:t>oxirgi filmlardan bo’lmish </a:t>
            </a:r>
            <a:r>
              <a:rPr lang="en-US" b="1" smtClean="0"/>
              <a:t>IRONMAN 3 </a:t>
            </a:r>
            <a:r>
              <a:rPr lang="en-US" smtClean="0"/>
              <a:t>hamda </a:t>
            </a:r>
            <a:r>
              <a:rPr lang="en-US" b="1" smtClean="0"/>
              <a:t>OBLIVION</a:t>
            </a:r>
            <a:r>
              <a:rPr lang="en-US" smtClean="0"/>
              <a:t> filmalarini yaratishda </a:t>
            </a:r>
          </a:p>
          <a:p>
            <a:pPr algn="ctr">
              <a:lnSpc>
                <a:spcPct val="150000"/>
              </a:lnSpc>
            </a:pPr>
            <a:r>
              <a:rPr lang="en-US" smtClean="0"/>
              <a:t>ham aynan shu dasturdan qo’llanilgan. </a:t>
            </a:r>
            <a:endParaRPr lang="ru-RU"/>
          </a:p>
        </p:txBody>
      </p:sp>
      <p:sp>
        <p:nvSpPr>
          <p:cNvPr id="4" name="Прямоугольник 3"/>
          <p:cNvSpPr/>
          <p:nvPr/>
        </p:nvSpPr>
        <p:spPr>
          <a:xfrm>
            <a:off x="71406" y="4856636"/>
            <a:ext cx="3786214" cy="215444"/>
          </a:xfrm>
          <a:prstGeom prst="rect">
            <a:avLst/>
          </a:prstGeom>
        </p:spPr>
        <p:txBody>
          <a:bodyPr wrap="square">
            <a:spAutoFit/>
          </a:bodyPr>
          <a:lstStyle/>
          <a:p>
            <a:r>
              <a:rPr lang="en-US" sz="800" smtClean="0">
                <a:hlinkClick r:id="rId2"/>
              </a:rPr>
              <a:t>www.tv.adobe.com</a:t>
            </a:r>
            <a:r>
              <a:rPr lang="en-US" sz="800" smtClean="0"/>
              <a:t> saytidagi ma’lumotga asosan</a:t>
            </a:r>
            <a:endParaRPr lang="ru-RU" sz="800"/>
          </a:p>
        </p:txBody>
      </p:sp>
      <p:sp>
        <p:nvSpPr>
          <p:cNvPr id="5" name="Скругленный прямоугольник 4"/>
          <p:cNvSpPr/>
          <p:nvPr/>
        </p:nvSpPr>
        <p:spPr>
          <a:xfrm>
            <a:off x="785786" y="1428742"/>
            <a:ext cx="3286148" cy="571504"/>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b="1" smtClean="0"/>
              <a:t>IRONMAN 3</a:t>
            </a:r>
            <a:endParaRPr lang="ru-RU"/>
          </a:p>
        </p:txBody>
      </p:sp>
      <p:sp>
        <p:nvSpPr>
          <p:cNvPr id="6" name="Скругленный прямоугольник 5"/>
          <p:cNvSpPr/>
          <p:nvPr/>
        </p:nvSpPr>
        <p:spPr>
          <a:xfrm>
            <a:off x="4643438" y="1428742"/>
            <a:ext cx="3286148" cy="571504"/>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smtClean="0"/>
              <a:t>OBLIVION</a:t>
            </a:r>
            <a:endParaRPr lang="ru-RU"/>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en-US" smtClean="0"/>
              <a:t>Dastur bilan umumiy tanishuv</a:t>
            </a:r>
            <a:endParaRPr lang="ru-RU"/>
          </a:p>
        </p:txBody>
      </p:sp>
      <p:pic>
        <p:nvPicPr>
          <p:cNvPr id="5" name="Picture 2" descr="C:\Users\Eagle\Desktop\Снимок.PNG"/>
          <p:cNvPicPr>
            <a:picLocks noChangeAspect="1" noChangeArrowheads="1"/>
          </p:cNvPicPr>
          <p:nvPr/>
        </p:nvPicPr>
        <p:blipFill>
          <a:blip r:embed="rId2" cstate="screen"/>
          <a:srcRect/>
          <a:stretch>
            <a:fillRect/>
          </a:stretch>
        </p:blipFill>
        <p:spPr bwMode="auto">
          <a:xfrm>
            <a:off x="214282" y="1571618"/>
            <a:ext cx="3500462" cy="2186877"/>
          </a:xfrm>
          <a:prstGeom prst="rect">
            <a:avLst/>
          </a:prstGeom>
          <a:noFill/>
          <a:ln w="19050">
            <a:solidFill>
              <a:schemeClr val="tx1"/>
            </a:solidFill>
          </a:ln>
        </p:spPr>
      </p:pic>
      <p:sp>
        <p:nvSpPr>
          <p:cNvPr id="6" name="Заголовок 1"/>
          <p:cNvSpPr txBox="1">
            <a:spLocks/>
          </p:cNvSpPr>
          <p:nvPr/>
        </p:nvSpPr>
        <p:spPr>
          <a:xfrm>
            <a:off x="500034" y="3929072"/>
            <a:ext cx="2928958" cy="214314"/>
          </a:xfrm>
          <a:prstGeom prst="rect">
            <a:avLst/>
          </a:prstGeom>
        </p:spPr>
        <p:style>
          <a:lnRef idx="1">
            <a:schemeClr val="accent4"/>
          </a:lnRef>
          <a:fillRef idx="2">
            <a:schemeClr val="accent4"/>
          </a:fillRef>
          <a:effectRef idx="1">
            <a:schemeClr val="accent4"/>
          </a:effectRef>
          <a:fontRef idx="minor">
            <a:schemeClr val="dk1"/>
          </a:fontRef>
        </p:style>
        <p:txBody>
          <a:bodyPr>
            <a:normAutofit fontScale="900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000" i="0" u="none" strike="noStrike" kern="1200" cap="none" spc="0" normalizeH="0" baseline="0" noProof="0" smtClean="0">
                <a:ln>
                  <a:noFill/>
                </a:ln>
                <a:solidFill>
                  <a:schemeClr val="tx2"/>
                </a:solidFill>
                <a:effectLst/>
                <a:uLnTx/>
                <a:uFillTx/>
                <a:latin typeface="+mj-lt"/>
                <a:ea typeface="+mj-ea"/>
                <a:cs typeface="+mj-cs"/>
              </a:rPr>
              <a:t>Dastur interfeysi </a:t>
            </a:r>
            <a:r>
              <a:rPr kumimoji="0" lang="en-US" sz="800" b="0" i="0" u="none" strike="noStrike" kern="1200" cap="none" spc="0" normalizeH="0" baseline="0" noProof="0" smtClean="0">
                <a:ln>
                  <a:noFill/>
                </a:ln>
                <a:solidFill>
                  <a:schemeClr val="tx2"/>
                </a:solidFill>
                <a:effectLst/>
                <a:uLnTx/>
                <a:uFillTx/>
                <a:latin typeface="+mj-lt"/>
                <a:ea typeface="+mj-ea"/>
                <a:cs typeface="+mj-cs"/>
              </a:rPr>
              <a:t>(Adobe After Effects CC 2014)</a:t>
            </a:r>
            <a:endParaRPr kumimoji="0" lang="ru-RU" sz="1400" b="0" i="0" u="none" strike="noStrike" kern="1200" cap="none" spc="0" normalizeH="0" baseline="0" noProof="0">
              <a:ln>
                <a:noFill/>
              </a:ln>
              <a:solidFill>
                <a:schemeClr val="tx2"/>
              </a:solidFill>
              <a:effectLst/>
              <a:uLnTx/>
              <a:uFillTx/>
              <a:latin typeface="+mj-lt"/>
              <a:ea typeface="+mj-ea"/>
              <a:cs typeface="+mj-cs"/>
            </a:endParaRPr>
          </a:p>
        </p:txBody>
      </p:sp>
      <p:sp>
        <p:nvSpPr>
          <p:cNvPr id="7" name="TextBox 6"/>
          <p:cNvSpPr txBox="1"/>
          <p:nvPr/>
        </p:nvSpPr>
        <p:spPr>
          <a:xfrm>
            <a:off x="3929058" y="1495378"/>
            <a:ext cx="5072098" cy="2862322"/>
          </a:xfrm>
          <a:prstGeom prst="rect">
            <a:avLst/>
          </a:prstGeom>
          <a:noFill/>
        </p:spPr>
        <p:txBody>
          <a:bodyPr wrap="square" rtlCol="0">
            <a:spAutoFit/>
          </a:bodyPr>
          <a:lstStyle/>
          <a:p>
            <a:r>
              <a:rPr lang="en-US" sz="2000" smtClean="0"/>
              <a:t>Siz rasmlarni qayta ishlash uchun </a:t>
            </a:r>
            <a:r>
              <a:rPr lang="en-US" sz="2000" b="1" smtClean="0"/>
              <a:t>Photoshopdan</a:t>
            </a:r>
            <a:r>
              <a:rPr lang="en-US" sz="2000" smtClean="0"/>
              <a:t> foydalanishlarini bilsangiz kerak,  </a:t>
            </a:r>
            <a:r>
              <a:rPr lang="en-US" sz="2000" b="1" smtClean="0"/>
              <a:t>After Effects</a:t>
            </a:r>
            <a:r>
              <a:rPr lang="en-US" sz="2000" smtClean="0"/>
              <a:t> esa aynan </a:t>
            </a:r>
            <a:r>
              <a:rPr lang="en-US" sz="2000" b="1" smtClean="0"/>
              <a:t>Photoshopda</a:t>
            </a:r>
            <a:r>
              <a:rPr lang="en-US" sz="2000" smtClean="0"/>
              <a:t> rasmlar ustida olib boriladigan ishlarning barchasini, video fayllar ustida amalga oshirada va bu hammasi emas, ushbu dastur video effektlar yaratishda qo’llaniladigan eng mashhur va eng qulay dasturhamdir.</a:t>
            </a:r>
            <a:endParaRPr lang="ru-RU" sz="200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r>
              <a:rPr lang="en-US" sz="3200" smtClean="0"/>
              <a:t>Rasmiy ma’lumot  www.adobe.com</a:t>
            </a:r>
            <a:endParaRPr lang="ru-RU" sz="3200"/>
          </a:p>
        </p:txBody>
      </p:sp>
      <p:sp>
        <p:nvSpPr>
          <p:cNvPr id="4" name="TextBox 3"/>
          <p:cNvSpPr txBox="1"/>
          <p:nvPr/>
        </p:nvSpPr>
        <p:spPr>
          <a:xfrm>
            <a:off x="285720" y="1506319"/>
            <a:ext cx="8643998" cy="3208571"/>
          </a:xfrm>
          <a:prstGeom prst="rect">
            <a:avLst/>
          </a:prstGeom>
          <a:noFill/>
        </p:spPr>
        <p:txBody>
          <a:bodyPr wrap="square" rtlCol="0">
            <a:spAutoFit/>
          </a:bodyPr>
          <a:lstStyle/>
          <a:p>
            <a:pPr>
              <a:lnSpc>
                <a:spcPct val="125000"/>
              </a:lnSpc>
            </a:pPr>
            <a:r>
              <a:rPr lang="en-US" b="1" smtClean="0"/>
              <a:t>	</a:t>
            </a:r>
            <a:r>
              <a:rPr lang="ru-RU" b="1" smtClean="0"/>
              <a:t>Adobe After Effects</a:t>
            </a:r>
            <a:r>
              <a:rPr lang="en-US" b="1" smtClean="0"/>
              <a:t> - </a:t>
            </a:r>
            <a:r>
              <a:rPr lang="en-US" smtClean="0"/>
              <a:t>Adobe Systems kompaniyasining mahsuloti bo’lib, dasturning asosiy vazifalari videoga va dinamik rasmlarga ishlov berish, kompozitsiyalar, animatsiya va har-xil maxsus effektlar yaratish. </a:t>
            </a:r>
          </a:p>
          <a:p>
            <a:pPr>
              <a:lnSpc>
                <a:spcPct val="125000"/>
              </a:lnSpc>
            </a:pPr>
            <a:endParaRPr lang="en-US" smtClean="0"/>
          </a:p>
          <a:p>
            <a:pPr>
              <a:lnSpc>
                <a:spcPct val="125000"/>
              </a:lnSpc>
            </a:pPr>
            <a:r>
              <a:rPr lang="en-US" smtClean="0"/>
              <a:t>	Undan suratga olingan videomaterialga ishlov berishda, reklama roliklarini, musiqali kliplarni va animatsiyani yaratishda keng qo’llaniladi. Kino oxirida va boshida chiqib keladigan matnli animatsiyalar ham aynan shu dastur yordamida yaratiladi. Bundan tashqari, raqamli video effektlar ishlatiladigan barcha sharoitlarda, undan foydalaniladi.</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en-US" smtClean="0"/>
              <a:t>Dasturning imkoniyatlari</a:t>
            </a:r>
            <a:endParaRPr lang="ru-RU"/>
          </a:p>
        </p:txBody>
      </p:sp>
      <p:pic>
        <p:nvPicPr>
          <p:cNvPr id="1026" name="Picture 2" descr="C:\Users\Eagle\AppData\Roaming\PotPlayerMini\Capture\Новая папка\Making_of_Engrenage_and_Short_filmComputer_Graphics_Digital_Art_Community_for_Artist_Job_Tutorial_Art_Concept_Art_Portfolio_.mp4_snapshot_03.49_[2015.04.11_15.12.57].jpg"/>
          <p:cNvPicPr>
            <a:picLocks noChangeAspect="1" noChangeArrowheads="1"/>
          </p:cNvPicPr>
          <p:nvPr/>
        </p:nvPicPr>
        <p:blipFill>
          <a:blip r:embed="rId2"/>
          <a:srcRect/>
          <a:stretch>
            <a:fillRect/>
          </a:stretch>
        </p:blipFill>
        <p:spPr bwMode="auto">
          <a:xfrm>
            <a:off x="142844" y="1362513"/>
            <a:ext cx="4689772" cy="2637997"/>
          </a:xfrm>
          <a:prstGeom prst="rect">
            <a:avLst/>
          </a:prstGeom>
          <a:noFill/>
        </p:spPr>
      </p:pic>
      <p:pic>
        <p:nvPicPr>
          <p:cNvPr id="1027" name="Picture 3" descr="C:\Users\Eagle\AppData\Roaming\PotPlayerMini\Capture\Новая папка\Making_of_Engrenage_and_Short_filmComputer_Graphics_Digital_Art_Community_for_Artist_Job_Tutorial_Art_Concept_Art_Portfolio_.mp4_snapshot_03.52_[2015.04.11_15.13.05].jpg"/>
          <p:cNvPicPr>
            <a:picLocks noChangeAspect="1" noChangeArrowheads="1"/>
          </p:cNvPicPr>
          <p:nvPr/>
        </p:nvPicPr>
        <p:blipFill>
          <a:blip r:embed="rId3"/>
          <a:srcRect/>
          <a:stretch>
            <a:fillRect/>
          </a:stretch>
        </p:blipFill>
        <p:spPr bwMode="auto">
          <a:xfrm>
            <a:off x="4143372" y="2357436"/>
            <a:ext cx="4714908" cy="2607637"/>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en-US" smtClean="0"/>
              <a:t>Keying qilish</a:t>
            </a:r>
            <a:endParaRPr lang="ru-RU"/>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C:\Users\Eagle\AppData\Roaming\PotPlayerMini\Capture\Новая папка\Супер_After_Effects_Скачать_курс_Video_12.mp4_snapshot_00.20_[2015.04.11_15.03.41].jpg"/>
          <p:cNvPicPr>
            <a:picLocks noChangeAspect="1" noChangeArrowheads="1"/>
          </p:cNvPicPr>
          <p:nvPr/>
        </p:nvPicPr>
        <p:blipFill>
          <a:blip r:embed="rId2"/>
          <a:srcRect/>
          <a:stretch>
            <a:fillRect/>
          </a:stretch>
        </p:blipFill>
        <p:spPr bwMode="auto">
          <a:xfrm>
            <a:off x="142844" y="142858"/>
            <a:ext cx="6529637" cy="2487831"/>
          </a:xfrm>
          <a:prstGeom prst="rect">
            <a:avLst/>
          </a:prstGeom>
          <a:noFill/>
        </p:spPr>
      </p:pic>
      <p:pic>
        <p:nvPicPr>
          <p:cNvPr id="3" name="Picture 5" descr="C:\Users\Eagle\AppData\Roaming\PotPlayerMini\Capture\Новая папка\Супер_After_Effects_Скачать_курс_Video_12.mp4_snapshot_00.06_[2015.04.11_15.03.30].jpg"/>
          <p:cNvPicPr>
            <a:picLocks noChangeAspect="1" noChangeArrowheads="1"/>
          </p:cNvPicPr>
          <p:nvPr/>
        </p:nvPicPr>
        <p:blipFill>
          <a:blip r:embed="rId3"/>
          <a:srcRect/>
          <a:stretch>
            <a:fillRect/>
          </a:stretch>
        </p:blipFill>
        <p:spPr bwMode="auto">
          <a:xfrm>
            <a:off x="2428860" y="2428874"/>
            <a:ext cx="6529637" cy="2500330"/>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en-US" smtClean="0"/>
              <a:t>Infografika va animatsiya</a:t>
            </a:r>
            <a:endParaRPr lang="ru-RU"/>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descr="C:\Users\Eagle\AppData\Roaming\PotPlayerMini\Capture\Новая папка\Супер_After_Effects_Скачать_курс_Video_2.mp4_snapshot_00.37_[2015.04.11_15.09.35].jpg"/>
          <p:cNvPicPr>
            <a:picLocks noChangeAspect="1" noChangeArrowheads="1"/>
          </p:cNvPicPr>
          <p:nvPr/>
        </p:nvPicPr>
        <p:blipFill>
          <a:blip r:embed="rId2"/>
          <a:srcRect/>
          <a:stretch>
            <a:fillRect/>
          </a:stretch>
        </p:blipFill>
        <p:spPr bwMode="auto">
          <a:xfrm>
            <a:off x="-1" y="0"/>
            <a:ext cx="4814115" cy="2714626"/>
          </a:xfrm>
          <a:prstGeom prst="rect">
            <a:avLst/>
          </a:prstGeom>
          <a:noFill/>
        </p:spPr>
      </p:pic>
      <p:pic>
        <p:nvPicPr>
          <p:cNvPr id="2052" name="Picture 4" descr="C:\Users\Eagle\AppData\Roaming\PotPlayerMini\Capture\Новая папка\Супер_After_Effects_Скачать_курс_Video_2.mp4_snapshot_00.17_[2015.04.11_15.09.26].jpg"/>
          <p:cNvPicPr>
            <a:picLocks noChangeAspect="1" noChangeArrowheads="1"/>
          </p:cNvPicPr>
          <p:nvPr/>
        </p:nvPicPr>
        <p:blipFill>
          <a:blip r:embed="rId3"/>
          <a:srcRect/>
          <a:stretch>
            <a:fillRect/>
          </a:stretch>
        </p:blipFill>
        <p:spPr bwMode="auto">
          <a:xfrm>
            <a:off x="4429092" y="0"/>
            <a:ext cx="4714908" cy="2658685"/>
          </a:xfrm>
          <a:prstGeom prst="rect">
            <a:avLst/>
          </a:prstGeom>
          <a:noFill/>
        </p:spPr>
      </p:pic>
      <p:pic>
        <p:nvPicPr>
          <p:cNvPr id="4098" name="Picture 2" descr="C:\Users\Eagle\AppData\Roaming\PotPlayerMini\Capture\Новая папка\Супер_After_Effects_Скачать_курс_Video_3.mp4_snapshot_00.44_[2015.04.11_15.08.22].jpg"/>
          <p:cNvPicPr>
            <a:picLocks noChangeAspect="1" noChangeArrowheads="1"/>
          </p:cNvPicPr>
          <p:nvPr/>
        </p:nvPicPr>
        <p:blipFill>
          <a:blip r:embed="rId4"/>
          <a:srcRect/>
          <a:stretch>
            <a:fillRect/>
          </a:stretch>
        </p:blipFill>
        <p:spPr bwMode="auto">
          <a:xfrm>
            <a:off x="0" y="2444550"/>
            <a:ext cx="4786314" cy="2698950"/>
          </a:xfrm>
          <a:prstGeom prst="rect">
            <a:avLst/>
          </a:prstGeom>
          <a:noFill/>
        </p:spPr>
      </p:pic>
      <p:pic>
        <p:nvPicPr>
          <p:cNvPr id="4099" name="Picture 3" descr="C:\Users\Eagle\AppData\Roaming\PotPlayerMini\Capture\Новая папка\Супер_After_Effects_Скачать_курс_Video_7.mp4_snapshot_00.07_[2015.04.11_15.06.48].jpg"/>
          <p:cNvPicPr>
            <a:picLocks noChangeAspect="1" noChangeArrowheads="1"/>
          </p:cNvPicPr>
          <p:nvPr/>
        </p:nvPicPr>
        <p:blipFill>
          <a:blip r:embed="rId5"/>
          <a:srcRect/>
          <a:stretch>
            <a:fillRect/>
          </a:stretch>
        </p:blipFill>
        <p:spPr bwMode="auto">
          <a:xfrm>
            <a:off x="4357686" y="2444551"/>
            <a:ext cx="4786314" cy="2698949"/>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en-US" smtClean="0"/>
              <a:t>Tracking qilish</a:t>
            </a:r>
            <a:endParaRPr lang="ru-RU"/>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C:\Users\Eagle\AppData\Roaming\PotPlayerMini\Capture\Новая папка\Супер_After_Effects_Скачать_курс_Video_3.mp4_snapshot_01.03_[2015.04.11_15.08.30].jpg"/>
          <p:cNvPicPr>
            <a:picLocks noChangeAspect="1" noChangeArrowheads="1"/>
          </p:cNvPicPr>
          <p:nvPr/>
        </p:nvPicPr>
        <p:blipFill>
          <a:blip r:embed="rId2"/>
          <a:srcRect/>
          <a:stretch>
            <a:fillRect/>
          </a:stretch>
        </p:blipFill>
        <p:spPr bwMode="auto">
          <a:xfrm>
            <a:off x="0" y="2404267"/>
            <a:ext cx="4857752" cy="2739233"/>
          </a:xfrm>
          <a:prstGeom prst="rect">
            <a:avLst/>
          </a:prstGeom>
          <a:noFill/>
        </p:spPr>
      </p:pic>
      <p:pic>
        <p:nvPicPr>
          <p:cNvPr id="3" name="Picture 5" descr="C:\Users\Eagle\AppData\Roaming\PotPlayerMini\Capture\Новая папка\Супер_After_Effects_Скачать_курс_Video_3.mp4_snapshot_01.47_[2015.04.11_15.08.50].jpg"/>
          <p:cNvPicPr>
            <a:picLocks noChangeAspect="1" noChangeArrowheads="1"/>
          </p:cNvPicPr>
          <p:nvPr/>
        </p:nvPicPr>
        <p:blipFill>
          <a:blip r:embed="rId3"/>
          <a:srcRect/>
          <a:stretch>
            <a:fillRect/>
          </a:stretch>
        </p:blipFill>
        <p:spPr bwMode="auto">
          <a:xfrm>
            <a:off x="0" y="0"/>
            <a:ext cx="4857752" cy="2739232"/>
          </a:xfrm>
          <a:prstGeom prst="rect">
            <a:avLst/>
          </a:prstGeom>
          <a:noFill/>
        </p:spPr>
      </p:pic>
      <p:pic>
        <p:nvPicPr>
          <p:cNvPr id="4" name="Picture 8" descr="C:\Users\Eagle\AppData\Roaming\PotPlayerMini\Capture\Новая папка\Супер_After_Effects_Скачать_курс_Video_8.mp4_snapshot_01.20_[2015.04.11_15.07.50].jpg"/>
          <p:cNvPicPr>
            <a:picLocks noChangeAspect="1" noChangeArrowheads="1"/>
          </p:cNvPicPr>
          <p:nvPr/>
        </p:nvPicPr>
        <p:blipFill>
          <a:blip r:embed="rId4"/>
          <a:srcRect/>
          <a:stretch>
            <a:fillRect/>
          </a:stretch>
        </p:blipFill>
        <p:spPr bwMode="auto">
          <a:xfrm>
            <a:off x="4456572" y="0"/>
            <a:ext cx="4687428" cy="2643188"/>
          </a:xfrm>
          <a:prstGeom prst="rect">
            <a:avLst/>
          </a:prstGeom>
          <a:noFill/>
        </p:spPr>
      </p:pic>
      <p:pic>
        <p:nvPicPr>
          <p:cNvPr id="5" name="Picture 9" descr="C:\Users\Eagle\AppData\Roaming\PotPlayerMini\Capture\Новая папка\Супер_After_Effects_Скачать_курс_Video_8.mp4_snapshot_00.23_[2015.04.11_15.07.19].jpg"/>
          <p:cNvPicPr>
            <a:picLocks noChangeAspect="1" noChangeArrowheads="1"/>
          </p:cNvPicPr>
          <p:nvPr/>
        </p:nvPicPr>
        <p:blipFill>
          <a:blip r:embed="rId5"/>
          <a:srcRect/>
          <a:stretch>
            <a:fillRect/>
          </a:stretch>
        </p:blipFill>
        <p:spPr bwMode="auto">
          <a:xfrm>
            <a:off x="4429125" y="2484835"/>
            <a:ext cx="4714876" cy="2658666"/>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a:bodyPr>
          <a:lstStyle/>
          <a:p>
            <a:r>
              <a:rPr lang="en-US" sz="3200" smtClean="0"/>
              <a:t>Composing va maxsus effektlar</a:t>
            </a:r>
            <a:endParaRPr lang="ru-RU" sz="320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Eagle\AppData\Roaming\PotPlayerMini\Capture\Новая папка\Супер_After_Effects_Скачать_курс_Video_11.mp4_snapshot_01.03_[2015.04.11_15.06.10].jpg"/>
          <p:cNvPicPr>
            <a:picLocks noChangeAspect="1" noChangeArrowheads="1"/>
          </p:cNvPicPr>
          <p:nvPr/>
        </p:nvPicPr>
        <p:blipFill>
          <a:blip r:embed="rId2" cstate="screen"/>
          <a:srcRect/>
          <a:stretch>
            <a:fillRect/>
          </a:stretch>
        </p:blipFill>
        <p:spPr bwMode="auto">
          <a:xfrm>
            <a:off x="5500694" y="0"/>
            <a:ext cx="3643306" cy="2054419"/>
          </a:xfrm>
          <a:prstGeom prst="rect">
            <a:avLst/>
          </a:prstGeom>
          <a:noFill/>
        </p:spPr>
      </p:pic>
      <p:pic>
        <p:nvPicPr>
          <p:cNvPr id="1027" name="Picture 3" descr="C:\Users\Eagle\AppData\Roaming\PotPlayerMini\Capture\Новая папка\Супер_After_Effects_Скачать_курс_Video_11.mp4_snapshot_00.53_[2015.04.11_15.06.02].jpg"/>
          <p:cNvPicPr>
            <a:picLocks noChangeAspect="1" noChangeArrowheads="1"/>
          </p:cNvPicPr>
          <p:nvPr/>
        </p:nvPicPr>
        <p:blipFill>
          <a:blip r:embed="rId3" cstate="screen"/>
          <a:srcRect/>
          <a:stretch>
            <a:fillRect/>
          </a:stretch>
        </p:blipFill>
        <p:spPr bwMode="auto">
          <a:xfrm>
            <a:off x="5500694" y="0"/>
            <a:ext cx="3643306" cy="2054419"/>
          </a:xfrm>
          <a:prstGeom prst="rect">
            <a:avLst/>
          </a:prstGeom>
          <a:noFill/>
        </p:spPr>
      </p:pic>
      <p:pic>
        <p:nvPicPr>
          <p:cNvPr id="1028" name="Picture 4" descr="C:\Users\Eagle\AppData\Roaming\PotPlayerMini\Capture\Новая папка\Супер_After_Effects_Скачать_курс_Video_11.mp4_snapshot_00.35_[2015.04.11_15.05.51].jpg"/>
          <p:cNvPicPr>
            <a:picLocks noChangeAspect="1" noChangeArrowheads="1"/>
          </p:cNvPicPr>
          <p:nvPr/>
        </p:nvPicPr>
        <p:blipFill>
          <a:blip r:embed="rId4" cstate="screen"/>
          <a:srcRect/>
          <a:stretch>
            <a:fillRect/>
          </a:stretch>
        </p:blipFill>
        <p:spPr bwMode="auto">
          <a:xfrm>
            <a:off x="5500694" y="0"/>
            <a:ext cx="3643306" cy="2054419"/>
          </a:xfrm>
          <a:prstGeom prst="rect">
            <a:avLst/>
          </a:prstGeom>
          <a:noFill/>
        </p:spPr>
      </p:pic>
      <p:pic>
        <p:nvPicPr>
          <p:cNvPr id="1029" name="Picture 5" descr="C:\Users\Eagle\AppData\Roaming\PotPlayerMini\Capture\Новая папка\Супер_After_Effects_Скачать_курс_Video_11.mp4_snapshot_00.34_[2015.04.11_15.05.48].jpg"/>
          <p:cNvPicPr>
            <a:picLocks noChangeAspect="1" noChangeArrowheads="1"/>
          </p:cNvPicPr>
          <p:nvPr/>
        </p:nvPicPr>
        <p:blipFill>
          <a:blip r:embed="rId5"/>
          <a:srcRect/>
          <a:stretch>
            <a:fillRect/>
          </a:stretch>
        </p:blipFill>
        <p:spPr bwMode="auto">
          <a:xfrm>
            <a:off x="4357686" y="0"/>
            <a:ext cx="4786314" cy="2698948"/>
          </a:xfrm>
          <a:prstGeom prst="rect">
            <a:avLst/>
          </a:prstGeom>
          <a:noFill/>
        </p:spPr>
      </p:pic>
      <p:pic>
        <p:nvPicPr>
          <p:cNvPr id="1030" name="Picture 6" descr="C:\Users\Eagle\AppData\Roaming\PotPlayerMini\Capture\Новая папка\Супер_After_Effects_Скачать_курс_Video_11.mp4_snapshot_00.35_[2015.04.11_15.05.51].jpg"/>
          <p:cNvPicPr>
            <a:picLocks noChangeAspect="1" noChangeArrowheads="1"/>
          </p:cNvPicPr>
          <p:nvPr/>
        </p:nvPicPr>
        <p:blipFill>
          <a:blip r:embed="rId6"/>
          <a:srcRect/>
          <a:stretch>
            <a:fillRect/>
          </a:stretch>
        </p:blipFill>
        <p:spPr bwMode="auto">
          <a:xfrm>
            <a:off x="0" y="0"/>
            <a:ext cx="4687428" cy="2643188"/>
          </a:xfrm>
          <a:prstGeom prst="rect">
            <a:avLst/>
          </a:prstGeom>
          <a:noFill/>
        </p:spPr>
      </p:pic>
      <p:pic>
        <p:nvPicPr>
          <p:cNvPr id="1031" name="Picture 7" descr="C:\Users\Eagle\AppData\Roaming\PotPlayerMini\Capture\Новая папка\Супер_After_Effects_Скачать_курс_Video_11.mp4_snapshot_00.53_[2015.04.11_15.06.02].jpg"/>
          <p:cNvPicPr>
            <a:picLocks noChangeAspect="1" noChangeArrowheads="1"/>
          </p:cNvPicPr>
          <p:nvPr/>
        </p:nvPicPr>
        <p:blipFill>
          <a:blip r:embed="rId7"/>
          <a:srcRect/>
          <a:stretch>
            <a:fillRect/>
          </a:stretch>
        </p:blipFill>
        <p:spPr bwMode="auto">
          <a:xfrm>
            <a:off x="0" y="2484834"/>
            <a:ext cx="4714876" cy="2658666"/>
          </a:xfrm>
          <a:prstGeom prst="rect">
            <a:avLst/>
          </a:prstGeom>
          <a:noFill/>
        </p:spPr>
      </p:pic>
      <p:pic>
        <p:nvPicPr>
          <p:cNvPr id="1032" name="Picture 8" descr="C:\Users\Eagle\AppData\Roaming\PotPlayerMini\Capture\Новая папка\Супер_After_Effects_Скачать_курс_Video_11.mp4_snapshot_01.03_[2015.04.11_15.06.10].jpg"/>
          <p:cNvPicPr>
            <a:picLocks noChangeAspect="1" noChangeArrowheads="1"/>
          </p:cNvPicPr>
          <p:nvPr/>
        </p:nvPicPr>
        <p:blipFill>
          <a:blip r:embed="rId8"/>
          <a:srcRect/>
          <a:stretch>
            <a:fillRect/>
          </a:stretch>
        </p:blipFill>
        <p:spPr bwMode="auto">
          <a:xfrm>
            <a:off x="4364046" y="2448137"/>
            <a:ext cx="4779954" cy="2695363"/>
          </a:xfrm>
          <a:prstGeom prst="rect">
            <a:avLst/>
          </a:prstGeom>
          <a:noFill/>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en-US" smtClean="0"/>
              <a:t>Motion grafika</a:t>
            </a:r>
            <a:endParaRPr lang="ru-RU"/>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Eagle\AppData\Roaming\PotPlayerMini\Capture\Новая папка\Showreel 2014 HD.mov_snapshot_04.31_[2015.04.11_15.01.40].jpg"/>
          <p:cNvPicPr>
            <a:picLocks noChangeAspect="1" noChangeArrowheads="1"/>
          </p:cNvPicPr>
          <p:nvPr/>
        </p:nvPicPr>
        <p:blipFill>
          <a:blip r:embed="rId2" cstate="screen"/>
          <a:srcRect/>
          <a:stretch>
            <a:fillRect/>
          </a:stretch>
        </p:blipFill>
        <p:spPr bwMode="auto">
          <a:xfrm>
            <a:off x="1" y="0"/>
            <a:ext cx="4500561" cy="2531566"/>
          </a:xfrm>
          <a:prstGeom prst="rect">
            <a:avLst/>
          </a:prstGeom>
          <a:noFill/>
        </p:spPr>
      </p:pic>
      <p:pic>
        <p:nvPicPr>
          <p:cNvPr id="7" name="Picture 4" descr="C:\Users\Eagle\AppData\Roaming\PotPlayerMini\Capture\Новая папка\Супер_After_Effects_Скачать_курс_Video_11.mp4_snapshot_00.18_[2015.04.11_15.05.19].jpg"/>
          <p:cNvPicPr>
            <a:picLocks noChangeAspect="1" noChangeArrowheads="1"/>
          </p:cNvPicPr>
          <p:nvPr/>
        </p:nvPicPr>
        <p:blipFill>
          <a:blip r:embed="rId3"/>
          <a:srcRect/>
          <a:stretch>
            <a:fillRect/>
          </a:stretch>
        </p:blipFill>
        <p:spPr bwMode="auto">
          <a:xfrm>
            <a:off x="4456573" y="0"/>
            <a:ext cx="4687427" cy="2643188"/>
          </a:xfrm>
          <a:prstGeom prst="rect">
            <a:avLst/>
          </a:prstGeom>
          <a:noFill/>
        </p:spPr>
      </p:pic>
      <p:pic>
        <p:nvPicPr>
          <p:cNvPr id="3079" name="Picture 7" descr="C:\Users\Eagle\AppData\Roaming\PotPlayerMini\Capture\Новая папка\Making_of_Engrenage_and_Short_filmComputer_Graphics_Digital_Art_Community_for_Artist_Job_Tutorial_Art_Concept_Art_Portfolio_.mp4_snapshot_03.09_[2015.04.11_15.12.25].jpg"/>
          <p:cNvPicPr>
            <a:picLocks noChangeAspect="1" noChangeArrowheads="1"/>
          </p:cNvPicPr>
          <p:nvPr/>
        </p:nvPicPr>
        <p:blipFill>
          <a:blip r:embed="rId4"/>
          <a:srcRect/>
          <a:stretch>
            <a:fillRect/>
          </a:stretch>
        </p:blipFill>
        <p:spPr bwMode="auto">
          <a:xfrm>
            <a:off x="0" y="2214560"/>
            <a:ext cx="5143504" cy="2928940"/>
          </a:xfrm>
          <a:prstGeom prst="rect">
            <a:avLst/>
          </a:prstGeom>
          <a:noFill/>
        </p:spPr>
      </p:pic>
      <p:pic>
        <p:nvPicPr>
          <p:cNvPr id="3075" name="Picture 3" descr="C:\Users\Eagle\AppData\Roaming\PotPlayerMini\Capture\Новая папка\Showreel 2014 HD.mov_snapshot_04.13_[2015.04.11_15.01.18].jpg"/>
          <p:cNvPicPr>
            <a:picLocks noChangeAspect="1" noChangeArrowheads="1"/>
          </p:cNvPicPr>
          <p:nvPr/>
        </p:nvPicPr>
        <p:blipFill>
          <a:blip r:embed="rId5" cstate="screen"/>
          <a:srcRect/>
          <a:stretch>
            <a:fillRect/>
          </a:stretch>
        </p:blipFill>
        <p:spPr bwMode="auto">
          <a:xfrm>
            <a:off x="3929026" y="2210078"/>
            <a:ext cx="5214974" cy="2933422"/>
          </a:xfrm>
          <a:prstGeom prst="rect">
            <a:avLst/>
          </a:prstGeom>
          <a:noFill/>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Eagle\AppData\Roaming\PotPlayerMini\Capture\Новая папка\Супер_After_Effects_Скачать_курс_Video_11.mp4_snapshot_00.32_[2015.04.11_15.05.39].jpg"/>
          <p:cNvPicPr>
            <a:picLocks noChangeAspect="1" noChangeArrowheads="1"/>
          </p:cNvPicPr>
          <p:nvPr/>
        </p:nvPicPr>
        <p:blipFill>
          <a:blip r:embed="rId2"/>
          <a:srcRect/>
          <a:stretch>
            <a:fillRect/>
          </a:stretch>
        </p:blipFill>
        <p:spPr bwMode="auto">
          <a:xfrm>
            <a:off x="0" y="0"/>
            <a:ext cx="4500562" cy="2537817"/>
          </a:xfrm>
          <a:prstGeom prst="rect">
            <a:avLst/>
          </a:prstGeom>
          <a:noFill/>
        </p:spPr>
      </p:pic>
      <p:pic>
        <p:nvPicPr>
          <p:cNvPr id="6" name="Picture 6" descr="C:\Users\Eagle\AppData\Roaming\PotPlayerMini\Capture\Новая папка\Showreel 2014 HD.mov_snapshot_03.25_[2015.04.11_15.00.07].jpg"/>
          <p:cNvPicPr>
            <a:picLocks noChangeAspect="1" noChangeArrowheads="1"/>
          </p:cNvPicPr>
          <p:nvPr/>
        </p:nvPicPr>
        <p:blipFill>
          <a:blip r:embed="rId3" cstate="screen"/>
          <a:srcRect/>
          <a:stretch>
            <a:fillRect/>
          </a:stretch>
        </p:blipFill>
        <p:spPr bwMode="auto">
          <a:xfrm>
            <a:off x="0" y="2357436"/>
            <a:ext cx="4953002" cy="2786064"/>
          </a:xfrm>
          <a:prstGeom prst="rect">
            <a:avLst/>
          </a:prstGeom>
          <a:noFill/>
        </p:spPr>
      </p:pic>
      <p:pic>
        <p:nvPicPr>
          <p:cNvPr id="2053" name="Picture 5" descr="C:\Users\Eagle\AppData\Roaming\PotPlayerMini\Capture\Новая папка\Showreel 2014 HD.mov_snapshot_05.28_[2015.04.11_15.02.07].jpg"/>
          <p:cNvPicPr>
            <a:picLocks noChangeAspect="1" noChangeArrowheads="1"/>
          </p:cNvPicPr>
          <p:nvPr/>
        </p:nvPicPr>
        <p:blipFill>
          <a:blip r:embed="rId4" cstate="screen"/>
          <a:srcRect/>
          <a:stretch>
            <a:fillRect/>
          </a:stretch>
        </p:blipFill>
        <p:spPr bwMode="auto">
          <a:xfrm>
            <a:off x="4572000" y="2571751"/>
            <a:ext cx="4572000" cy="2571750"/>
          </a:xfrm>
          <a:prstGeom prst="rect">
            <a:avLst/>
          </a:prstGeom>
          <a:noFill/>
        </p:spPr>
      </p:pic>
      <p:pic>
        <p:nvPicPr>
          <p:cNvPr id="2051" name="Picture 3" descr="C:\Users\Eagle\AppData\Roaming\PotPlayerMini\Capture\Новая папка\Супер_After_Effects_Скачать_курс_Video_11.mp4_snapshot_00.21_[2015.04.11_15.05.24].jpg"/>
          <p:cNvPicPr>
            <a:picLocks noChangeAspect="1" noChangeArrowheads="1"/>
          </p:cNvPicPr>
          <p:nvPr/>
        </p:nvPicPr>
        <p:blipFill>
          <a:blip r:embed="rId5"/>
          <a:srcRect/>
          <a:stretch>
            <a:fillRect/>
          </a:stretch>
        </p:blipFill>
        <p:spPr bwMode="auto">
          <a:xfrm>
            <a:off x="4207948" y="0"/>
            <a:ext cx="4940804" cy="2786064"/>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p:cNvSpPr>
            <a:spLocks noGrp="1"/>
          </p:cNvSpPr>
          <p:nvPr>
            <p:ph type="body" idx="1"/>
          </p:nvPr>
        </p:nvSpPr>
        <p:spPr>
          <a:xfrm>
            <a:off x="1371601" y="2057400"/>
            <a:ext cx="7123113" cy="2014548"/>
          </a:xfrm>
        </p:spPr>
        <p:txBody>
          <a:bodyPr>
            <a:normAutofit fontScale="70000" lnSpcReduction="20000"/>
          </a:bodyPr>
          <a:lstStyle/>
          <a:p>
            <a:pPr>
              <a:lnSpc>
                <a:spcPct val="170000"/>
              </a:lnSpc>
            </a:pPr>
            <a:r>
              <a:rPr lang="en-US" smtClean="0"/>
              <a:t>Albatta yuqoridagilarning barchasi rasmlar, lekin bular videolardan qirqib olingan, agar siz video misollarni ko’rmoqchi bo’lsangiz </a:t>
            </a:r>
            <a:r>
              <a:rPr lang="en-US" smtClean="0">
                <a:hlinkClick r:id="rId2"/>
              </a:rPr>
              <a:t>www.videokent.uz</a:t>
            </a:r>
            <a:r>
              <a:rPr lang="en-US" smtClean="0"/>
              <a:t> saytida “Ilhomlanish” bo’limiga o’tishingiz mumkin.</a:t>
            </a:r>
            <a:endParaRPr lang="ru-RU"/>
          </a:p>
        </p:txBody>
      </p:sp>
      <p:sp>
        <p:nvSpPr>
          <p:cNvPr id="2" name="Заголовок 1"/>
          <p:cNvSpPr>
            <a:spLocks noGrp="1"/>
          </p:cNvSpPr>
          <p:nvPr>
            <p:ph type="title"/>
          </p:nvPr>
        </p:nvSpPr>
        <p:spPr/>
        <p:txBody>
          <a:bodyPr>
            <a:normAutofit fontScale="90000"/>
          </a:bodyPr>
          <a:lstStyle/>
          <a:p>
            <a:r>
              <a:rPr lang="en-US" smtClean="0"/>
              <a:t>Video misollar</a:t>
            </a:r>
            <a:endParaRPr lang="ru-RU"/>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Обычная">
  <a:themeElements>
    <a:clrScheme name="Метро">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Классическая">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Обычная">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Verve</Template>
  <TotalTime>702</TotalTime>
  <Words>223</Words>
  <PresentationFormat>Экран (16:9)</PresentationFormat>
  <Paragraphs>39</Paragraphs>
  <Slides>22</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22</vt:i4>
      </vt:variant>
    </vt:vector>
  </HeadingPairs>
  <TitlesOfParts>
    <vt:vector size="23" baseType="lpstr">
      <vt:lpstr>Обычная</vt:lpstr>
      <vt:lpstr>Adobe After Effects</vt:lpstr>
      <vt:lpstr>Adobe After Effects</vt:lpstr>
      <vt:lpstr>Слайд 3</vt:lpstr>
      <vt:lpstr>Слайд 4</vt:lpstr>
      <vt:lpstr>Dasturning yaxshi tomonlari</vt:lpstr>
      <vt:lpstr>Dasturning kamchiliklari</vt:lpstr>
      <vt:lpstr>Katta kinodagi maxsus effektlar</vt:lpstr>
      <vt:lpstr>Dastur bilan umumiy tanishuv</vt:lpstr>
      <vt:lpstr>Rasmiy ma’lumot  www.adobe.com</vt:lpstr>
      <vt:lpstr>Dasturning imkoniyatlari</vt:lpstr>
      <vt:lpstr>Keying qilish</vt:lpstr>
      <vt:lpstr>Слайд 12</vt:lpstr>
      <vt:lpstr>Infografika va animatsiya</vt:lpstr>
      <vt:lpstr>Слайд 14</vt:lpstr>
      <vt:lpstr>Tracking qilish</vt:lpstr>
      <vt:lpstr>Слайд 16</vt:lpstr>
      <vt:lpstr>Composing va maxsus effektlar</vt:lpstr>
      <vt:lpstr>Слайд 18</vt:lpstr>
      <vt:lpstr>Motion grafika</vt:lpstr>
      <vt:lpstr>Слайд 20</vt:lpstr>
      <vt:lpstr>Слайд 21</vt:lpstr>
      <vt:lpstr>Video misollar</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Sherzod</dc:creator>
  <cp:lastModifiedBy>Sherzod Qodirov</cp:lastModifiedBy>
  <cp:revision>89</cp:revision>
  <dcterms:created xsi:type="dcterms:W3CDTF">2015-04-11T08:02:08Z</dcterms:created>
  <dcterms:modified xsi:type="dcterms:W3CDTF">2015-04-13T12:45:18Z</dcterms:modified>
</cp:coreProperties>
</file>