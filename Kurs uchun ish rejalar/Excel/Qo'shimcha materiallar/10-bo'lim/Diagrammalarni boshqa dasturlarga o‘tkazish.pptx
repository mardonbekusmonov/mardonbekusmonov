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870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F10180-18CC-494B-BB30-F1BC2C1D9975}" type="datetimeFigureOut">
              <a:rPr lang="ru-RU" smtClean="0"/>
              <a:t>02.06.2015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3DAD032-2FAD-47D9-AC57-32C7057657CD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2295" name="Рисунок 0" descr="eshmat servi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6"/>
            <a:ext cx="1411288" cy="1054100"/>
          </a:xfrm>
          <a:prstGeom prst="rect">
            <a:avLst/>
          </a:prstGeom>
          <a:noFill/>
        </p:spPr>
      </p:pic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2143108" y="214296"/>
            <a:ext cx="6786610" cy="857250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tIns="0" rIns="144000" bIns="36000" anchor="ctr" anchorCtr="0">
            <a:noAutofit/>
          </a:bodyPr>
          <a:lstStyle/>
          <a:p>
            <a:pPr lvl="0" algn="r"/>
            <a:r>
              <a:rPr lang="en-US" sz="160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“</a:t>
            </a:r>
            <a:r>
              <a:rPr kumimoji="0" lang="en-US" sz="1600" i="0" u="none" strike="noStrike" normalizeH="0" baseline="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Eshmat servis</a:t>
            </a:r>
            <a:r>
              <a:rPr lang="en-US" sz="160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”</a:t>
            </a:r>
            <a:r>
              <a:rPr kumimoji="0" lang="en-US" sz="1600" i="0" u="none" strike="noStrike" normalizeH="0" baseline="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 MChJ ning yillik asosiy bo</a:t>
            </a:r>
            <a:r>
              <a:rPr lang="en-US" sz="160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sz="1600" i="0" u="none" strike="noStrike" normalizeH="0" baseline="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limiga, mahsulotlarning yillik sotilish tendensiyasi bo</a:t>
            </a:r>
            <a:r>
              <a:rPr lang="en-US" sz="160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sz="1600" i="0" u="none" strike="noStrike" normalizeH="0" baseline="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yicha</a:t>
            </a:r>
            <a:r>
              <a:rPr kumimoji="0" lang="en-US" sz="1600" i="0" u="none" strike="noStrike" normalizeH="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600" smtClean="0">
                <a:solidFill>
                  <a:schemeClr val="bg1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Hisoboti</a:t>
            </a:r>
            <a:endParaRPr lang="ru-RU" sz="1600">
              <a:solidFill>
                <a:schemeClr val="bg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</TotalTime>
  <Words>16</Words>
  <Application>Microsoft Office PowerPoint</Application>
  <PresentationFormat>Экран (16:9)</PresentationFormat>
  <Paragraphs>1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Поток</vt:lpstr>
      <vt:lpstr>“Eshmat servis” MChJ ning yillik asosiy bo’limiga, mahsulotlarning yillik sotilish tendensiyasi bo’yicha Hisoboti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“Eshmat servis” MChJ ning yillik asosiy bo’limiga, mahsulotlarning yillik sotilish tendensiyasi bo’yicha Hisoboti</dc:title>
  <dc:creator>Sherzod Qodirov</dc:creator>
  <cp:lastModifiedBy>Sherzod Qodirov</cp:lastModifiedBy>
  <cp:revision>3</cp:revision>
  <dcterms:created xsi:type="dcterms:W3CDTF">2015-06-02T14:40:32Z</dcterms:created>
  <dcterms:modified xsi:type="dcterms:W3CDTF">2015-06-02T14:47:00Z</dcterms:modified>
</cp:coreProperties>
</file>